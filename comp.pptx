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slide+xml" PartName="/ppt/slides/slide53.xml"/>
  <Override ContentType="application/vnd.openxmlformats-officedocument.presentationml.slide+xml" PartName="/ppt/slides/slide54.xml"/>
  <Override ContentType="application/vnd.openxmlformats-officedocument.presentationml.slide+xml" PartName="/ppt/slides/slide55.xml"/>
  <Override ContentType="application/vnd.openxmlformats-officedocument.presentationml.slide+xml" PartName="/ppt/slides/slide56.xml"/>
  <Override ContentType="application/vnd.openxmlformats-officedocument.presentationml.slide+xml" PartName="/ppt/slides/slide5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</p:sldIdLst>
  <p:sldSz cx="18288000" cy="10287000"/>
  <p:notesSz cx="6858000" cy="9144000"/>
  <p:embeddedFontLst>
    <p:embeddedFont>
      <p:font typeface="JetBrains Mono" charset="1" panose="02010509020102050004"/>
      <p:regular r:id="rId63"/>
    </p:embeddedFont>
    <p:embeddedFont>
      <p:font typeface="JetBrains Mono Bold" charset="1" panose="02010809030102050004"/>
      <p:regular r:id="rId64"/>
    </p:embeddedFont>
    <p:embeddedFont>
      <p:font typeface="JetBrains Mono Italics" charset="1" panose="02010509020102050004"/>
      <p:regular r:id="rId6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55" Target="slides/slide50.xml" Type="http://schemas.openxmlformats.org/officeDocument/2006/relationships/slide"/><Relationship Id="rId56" Target="slides/slide51.xml" Type="http://schemas.openxmlformats.org/officeDocument/2006/relationships/slide"/><Relationship Id="rId57" Target="slides/slide52.xml" Type="http://schemas.openxmlformats.org/officeDocument/2006/relationships/slide"/><Relationship Id="rId58" Target="slides/slide53.xml" Type="http://schemas.openxmlformats.org/officeDocument/2006/relationships/slide"/><Relationship Id="rId59" Target="slides/slide54.xml" Type="http://schemas.openxmlformats.org/officeDocument/2006/relationships/slide"/><Relationship Id="rId6" Target="slides/slide1.xml" Type="http://schemas.openxmlformats.org/officeDocument/2006/relationships/slide"/><Relationship Id="rId60" Target="slides/slide55.xml" Type="http://schemas.openxmlformats.org/officeDocument/2006/relationships/slide"/><Relationship Id="rId61" Target="slides/slide56.xml" Type="http://schemas.openxmlformats.org/officeDocument/2006/relationships/slide"/><Relationship Id="rId62" Target="slides/slide57.xml" Type="http://schemas.openxmlformats.org/officeDocument/2006/relationships/slide"/><Relationship Id="rId63" Target="fonts/font63.fntdata" Type="http://schemas.openxmlformats.org/officeDocument/2006/relationships/font"/><Relationship Id="rId64" Target="fonts/font64.fntdata" Type="http://schemas.openxmlformats.org/officeDocument/2006/relationships/font"/><Relationship Id="rId65" Target="fonts/font65.fntdata" Type="http://schemas.openxmlformats.org/officeDocument/2006/relationships/font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D2E3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684452" y="4578969"/>
            <a:ext cx="919096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20"/>
              </a:lnSpc>
              <a:spcBef>
                <a:spcPct val="0"/>
              </a:spcBef>
            </a:pPr>
            <a:r>
              <a:rPr lang="en-US" sz="5800">
                <a:solidFill>
                  <a:srgbClr val="000000">
                    <a:alpha val="29804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👻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D2E3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75768" y="4463447"/>
            <a:ext cx="4936464" cy="1226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79"/>
              </a:lnSpc>
              <a:spcBef>
                <a:spcPct val="0"/>
              </a:spcBef>
            </a:pPr>
            <a:r>
              <a:rPr lang="en-US" sz="71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Gramática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2E3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08457" y="2543621"/>
            <a:ext cx="3425324" cy="5099375"/>
          </a:xfrm>
          <a:custGeom>
            <a:avLst/>
            <a:gdLst/>
            <a:ahLst/>
            <a:cxnLst/>
            <a:rect r="r" b="b" t="t" l="l"/>
            <a:pathLst>
              <a:path h="5099375" w="3425324">
                <a:moveTo>
                  <a:pt x="0" y="0"/>
                </a:moveTo>
                <a:lnTo>
                  <a:pt x="3425324" y="0"/>
                </a:lnTo>
                <a:lnTo>
                  <a:pt x="3425324" y="5099376"/>
                </a:lnTo>
                <a:lnTo>
                  <a:pt x="0" y="50993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678" t="-32950" r="-172482" b="-21481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155325" y="648001"/>
            <a:ext cx="3977349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20"/>
              </a:lnSpc>
              <a:spcBef>
                <a:spcPct val="0"/>
              </a:spcBef>
            </a:pPr>
            <a:r>
              <a:rPr lang="en-US" sz="58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Gramática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098949" y="8907129"/>
            <a:ext cx="4861223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120"/>
              </a:lnSpc>
              <a:spcBef>
                <a:spcPct val="0"/>
              </a:spcBef>
            </a:pPr>
            <a:r>
              <a:rPr lang="en-US" sz="5800">
                <a:solidFill>
                  <a:srgbClr val="000000">
                    <a:alpha val="19608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automations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2E3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08457" y="2543621"/>
            <a:ext cx="5699074" cy="5112221"/>
          </a:xfrm>
          <a:custGeom>
            <a:avLst/>
            <a:gdLst/>
            <a:ahLst/>
            <a:cxnLst/>
            <a:rect r="r" b="b" t="t" l="l"/>
            <a:pathLst>
              <a:path h="5112221" w="5699074">
                <a:moveTo>
                  <a:pt x="0" y="0"/>
                </a:moveTo>
                <a:lnTo>
                  <a:pt x="5699074" y="0"/>
                </a:lnTo>
                <a:lnTo>
                  <a:pt x="5699074" y="5112222"/>
                </a:lnTo>
                <a:lnTo>
                  <a:pt x="0" y="51122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428" t="-32867" r="-63770" b="-21402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155325" y="648001"/>
            <a:ext cx="3977349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20"/>
              </a:lnSpc>
              <a:spcBef>
                <a:spcPct val="0"/>
              </a:spcBef>
            </a:pPr>
            <a:r>
              <a:rPr lang="en-US" sz="58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Gramática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750570" y="8907129"/>
            <a:ext cx="2209602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120"/>
              </a:lnSpc>
              <a:spcBef>
                <a:spcPct val="0"/>
              </a:spcBef>
            </a:pPr>
            <a:r>
              <a:rPr lang="en-US" sz="5800">
                <a:solidFill>
                  <a:srgbClr val="000000">
                    <a:alpha val="19608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rules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2E3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08457" y="2543621"/>
            <a:ext cx="8671085" cy="5571828"/>
          </a:xfrm>
          <a:custGeom>
            <a:avLst/>
            <a:gdLst/>
            <a:ahLst/>
            <a:cxnLst/>
            <a:rect r="r" b="b" t="t" l="l"/>
            <a:pathLst>
              <a:path h="5571828" w="8671085">
                <a:moveTo>
                  <a:pt x="0" y="0"/>
                </a:moveTo>
                <a:lnTo>
                  <a:pt x="8671086" y="0"/>
                </a:lnTo>
                <a:lnTo>
                  <a:pt x="8671086" y="5571828"/>
                </a:lnTo>
                <a:lnTo>
                  <a:pt x="0" y="55718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168" t="-30156" r="-7638" b="-18811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155325" y="648001"/>
            <a:ext cx="3977349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20"/>
              </a:lnSpc>
              <a:spcBef>
                <a:spcPct val="0"/>
              </a:spcBef>
            </a:pPr>
            <a:r>
              <a:rPr lang="en-US" sz="58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Gramática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540968" y="8907129"/>
            <a:ext cx="4419203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120"/>
              </a:lnSpc>
              <a:spcBef>
                <a:spcPct val="0"/>
              </a:spcBef>
            </a:pPr>
            <a:r>
              <a:rPr lang="en-US" sz="5800">
                <a:solidFill>
                  <a:srgbClr val="000000">
                    <a:alpha val="19608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conditions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2E3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54483" y="2543621"/>
            <a:ext cx="2979034" cy="5571828"/>
          </a:xfrm>
          <a:custGeom>
            <a:avLst/>
            <a:gdLst/>
            <a:ahLst/>
            <a:cxnLst/>
            <a:rect r="r" b="b" t="t" l="l"/>
            <a:pathLst>
              <a:path h="5571828" w="2979034">
                <a:moveTo>
                  <a:pt x="0" y="0"/>
                </a:moveTo>
                <a:lnTo>
                  <a:pt x="2979034" y="0"/>
                </a:lnTo>
                <a:lnTo>
                  <a:pt x="2979034" y="5571828"/>
                </a:lnTo>
                <a:lnTo>
                  <a:pt x="0" y="55718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3995" t="-142211" r="-231596" b="-9354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155325" y="648001"/>
            <a:ext cx="3977349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20"/>
              </a:lnSpc>
              <a:spcBef>
                <a:spcPct val="0"/>
              </a:spcBef>
            </a:pPr>
            <a:r>
              <a:rPr lang="en-US" sz="58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Gramática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308550" y="8907129"/>
            <a:ext cx="2651621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120"/>
              </a:lnSpc>
              <a:spcBef>
                <a:spcPct val="0"/>
              </a:spcBef>
            </a:pPr>
            <a:r>
              <a:rPr lang="en-US" sz="5800">
                <a:solidFill>
                  <a:srgbClr val="000000">
                    <a:alpha val="19608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values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2E3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54483" y="2543621"/>
            <a:ext cx="2979034" cy="5571828"/>
          </a:xfrm>
          <a:custGeom>
            <a:avLst/>
            <a:gdLst/>
            <a:ahLst/>
            <a:cxnLst/>
            <a:rect r="r" b="b" t="t" l="l"/>
            <a:pathLst>
              <a:path h="5571828" w="2979034">
                <a:moveTo>
                  <a:pt x="0" y="0"/>
                </a:moveTo>
                <a:lnTo>
                  <a:pt x="2979034" y="0"/>
                </a:lnTo>
                <a:lnTo>
                  <a:pt x="2979034" y="5571828"/>
                </a:lnTo>
                <a:lnTo>
                  <a:pt x="0" y="55718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3995" t="-142211" r="-231596" b="-9354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624117" y="3544649"/>
            <a:ext cx="2969123" cy="3569771"/>
          </a:xfrm>
          <a:custGeom>
            <a:avLst/>
            <a:gdLst/>
            <a:ahLst/>
            <a:cxnLst/>
            <a:rect r="r" b="b" t="t" l="l"/>
            <a:pathLst>
              <a:path h="3569771" w="2969123">
                <a:moveTo>
                  <a:pt x="0" y="0"/>
                </a:moveTo>
                <a:lnTo>
                  <a:pt x="2969123" y="0"/>
                </a:lnTo>
                <a:lnTo>
                  <a:pt x="2969123" y="3569772"/>
                </a:lnTo>
                <a:lnTo>
                  <a:pt x="0" y="35697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749" t="-323583" r="-131029" b="-100473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155325" y="648001"/>
            <a:ext cx="3977349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20"/>
              </a:lnSpc>
              <a:spcBef>
                <a:spcPct val="0"/>
              </a:spcBef>
            </a:pPr>
            <a:r>
              <a:rPr lang="en-US" sz="58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Gramática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308550" y="8907129"/>
            <a:ext cx="2651621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120"/>
              </a:lnSpc>
              <a:spcBef>
                <a:spcPct val="0"/>
              </a:spcBef>
            </a:pPr>
            <a:r>
              <a:rPr lang="en-US" sz="5800">
                <a:solidFill>
                  <a:srgbClr val="000000">
                    <a:alpha val="19608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values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2E3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54483" y="2543621"/>
            <a:ext cx="2979034" cy="5571828"/>
          </a:xfrm>
          <a:custGeom>
            <a:avLst/>
            <a:gdLst/>
            <a:ahLst/>
            <a:cxnLst/>
            <a:rect r="r" b="b" t="t" l="l"/>
            <a:pathLst>
              <a:path h="5571828" w="2979034">
                <a:moveTo>
                  <a:pt x="0" y="0"/>
                </a:moveTo>
                <a:lnTo>
                  <a:pt x="2979034" y="0"/>
                </a:lnTo>
                <a:lnTo>
                  <a:pt x="2979034" y="5571828"/>
                </a:lnTo>
                <a:lnTo>
                  <a:pt x="0" y="55718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3995" t="-142211" r="-231596" b="-9354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686296" y="3526623"/>
            <a:ext cx="2977587" cy="3605825"/>
          </a:xfrm>
          <a:custGeom>
            <a:avLst/>
            <a:gdLst/>
            <a:ahLst/>
            <a:cxnLst/>
            <a:rect r="r" b="b" t="t" l="l"/>
            <a:pathLst>
              <a:path h="3605825" w="2977587">
                <a:moveTo>
                  <a:pt x="0" y="0"/>
                </a:moveTo>
                <a:lnTo>
                  <a:pt x="2977587" y="0"/>
                </a:lnTo>
                <a:lnTo>
                  <a:pt x="2977587" y="3605824"/>
                </a:lnTo>
                <a:lnTo>
                  <a:pt x="0" y="36058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107" t="-219748" r="-130656" b="-19906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624117" y="3544649"/>
            <a:ext cx="2969123" cy="3569771"/>
          </a:xfrm>
          <a:custGeom>
            <a:avLst/>
            <a:gdLst/>
            <a:ahLst/>
            <a:cxnLst/>
            <a:rect r="r" b="b" t="t" l="l"/>
            <a:pathLst>
              <a:path h="3569771" w="2969123">
                <a:moveTo>
                  <a:pt x="0" y="0"/>
                </a:moveTo>
                <a:lnTo>
                  <a:pt x="2969123" y="0"/>
                </a:lnTo>
                <a:lnTo>
                  <a:pt x="2969123" y="3569772"/>
                </a:lnTo>
                <a:lnTo>
                  <a:pt x="0" y="35697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749" t="-323583" r="-131029" b="-100473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155325" y="648001"/>
            <a:ext cx="3977349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20"/>
              </a:lnSpc>
              <a:spcBef>
                <a:spcPct val="0"/>
              </a:spcBef>
            </a:pPr>
            <a:r>
              <a:rPr lang="en-US" sz="58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Gramática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308550" y="8907129"/>
            <a:ext cx="2651621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120"/>
              </a:lnSpc>
              <a:spcBef>
                <a:spcPct val="0"/>
              </a:spcBef>
            </a:pPr>
            <a:r>
              <a:rPr lang="en-US" sz="5800">
                <a:solidFill>
                  <a:srgbClr val="000000">
                    <a:alpha val="19608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values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2E3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49321" y="2582803"/>
            <a:ext cx="3405612" cy="2529522"/>
          </a:xfrm>
          <a:custGeom>
            <a:avLst/>
            <a:gdLst/>
            <a:ahLst/>
            <a:cxnLst/>
            <a:rect r="r" b="b" t="t" l="l"/>
            <a:pathLst>
              <a:path h="2529522" w="3405612">
                <a:moveTo>
                  <a:pt x="0" y="0"/>
                </a:moveTo>
                <a:lnTo>
                  <a:pt x="3405611" y="0"/>
                </a:lnTo>
                <a:lnTo>
                  <a:pt x="3405611" y="2529522"/>
                </a:lnTo>
                <a:lnTo>
                  <a:pt x="0" y="25295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4330" t="-341012" r="-23666" b="-36262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155325" y="648001"/>
            <a:ext cx="3977349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20"/>
              </a:lnSpc>
              <a:spcBef>
                <a:spcPct val="0"/>
              </a:spcBef>
            </a:pPr>
            <a:r>
              <a:rPr lang="en-US" sz="58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Gramática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098949" y="8907129"/>
            <a:ext cx="4861223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120"/>
              </a:lnSpc>
              <a:spcBef>
                <a:spcPct val="0"/>
              </a:spcBef>
            </a:pPr>
            <a:r>
              <a:rPr lang="en-US" sz="5800">
                <a:solidFill>
                  <a:srgbClr val="000000">
                    <a:alpha val="19608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expressions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2E3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49321" y="2582803"/>
            <a:ext cx="3419562" cy="5493464"/>
          </a:xfrm>
          <a:custGeom>
            <a:avLst/>
            <a:gdLst/>
            <a:ahLst/>
            <a:cxnLst/>
            <a:rect r="r" b="b" t="t" l="l"/>
            <a:pathLst>
              <a:path h="5493464" w="3419562">
                <a:moveTo>
                  <a:pt x="0" y="0"/>
                </a:moveTo>
                <a:lnTo>
                  <a:pt x="3419562" y="0"/>
                </a:lnTo>
                <a:lnTo>
                  <a:pt x="3419562" y="5493464"/>
                </a:lnTo>
                <a:lnTo>
                  <a:pt x="0" y="54934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3455" t="-157022" r="-23161" b="-11302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155325" y="648001"/>
            <a:ext cx="3977349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20"/>
              </a:lnSpc>
              <a:spcBef>
                <a:spcPct val="0"/>
              </a:spcBef>
            </a:pPr>
            <a:r>
              <a:rPr lang="en-US" sz="58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Gramática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098949" y="8907129"/>
            <a:ext cx="4861223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120"/>
              </a:lnSpc>
              <a:spcBef>
                <a:spcPct val="0"/>
              </a:spcBef>
            </a:pPr>
            <a:r>
              <a:rPr lang="en-US" sz="5800">
                <a:solidFill>
                  <a:srgbClr val="000000">
                    <a:alpha val="19608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expressions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2E3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49321" y="2582803"/>
            <a:ext cx="3419562" cy="5493464"/>
          </a:xfrm>
          <a:custGeom>
            <a:avLst/>
            <a:gdLst/>
            <a:ahLst/>
            <a:cxnLst/>
            <a:rect r="r" b="b" t="t" l="l"/>
            <a:pathLst>
              <a:path h="5493464" w="3419562">
                <a:moveTo>
                  <a:pt x="0" y="0"/>
                </a:moveTo>
                <a:lnTo>
                  <a:pt x="3419562" y="0"/>
                </a:lnTo>
                <a:lnTo>
                  <a:pt x="3419562" y="5493464"/>
                </a:lnTo>
                <a:lnTo>
                  <a:pt x="0" y="54934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3455" t="-157022" r="-23161" b="-11302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719117" y="2621985"/>
            <a:ext cx="3743005" cy="2130651"/>
          </a:xfrm>
          <a:custGeom>
            <a:avLst/>
            <a:gdLst/>
            <a:ahLst/>
            <a:cxnLst/>
            <a:rect r="r" b="b" t="t" l="l"/>
            <a:pathLst>
              <a:path h="2130651" w="3743005">
                <a:moveTo>
                  <a:pt x="0" y="0"/>
                </a:moveTo>
                <a:lnTo>
                  <a:pt x="3743005" y="0"/>
                </a:lnTo>
                <a:lnTo>
                  <a:pt x="3743005" y="2130651"/>
                </a:lnTo>
                <a:lnTo>
                  <a:pt x="0" y="2130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4214" t="-730390" r="-23599" b="-21765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155325" y="648001"/>
            <a:ext cx="3977349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20"/>
              </a:lnSpc>
              <a:spcBef>
                <a:spcPct val="0"/>
              </a:spcBef>
            </a:pPr>
            <a:r>
              <a:rPr lang="en-US" sz="58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Gramática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098949" y="8907129"/>
            <a:ext cx="4861223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120"/>
              </a:lnSpc>
              <a:spcBef>
                <a:spcPct val="0"/>
              </a:spcBef>
            </a:pPr>
            <a:r>
              <a:rPr lang="en-US" sz="5800">
                <a:solidFill>
                  <a:srgbClr val="000000">
                    <a:alpha val="19608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expressions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2E3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49321" y="2582803"/>
            <a:ext cx="3419562" cy="5493464"/>
          </a:xfrm>
          <a:custGeom>
            <a:avLst/>
            <a:gdLst/>
            <a:ahLst/>
            <a:cxnLst/>
            <a:rect r="r" b="b" t="t" l="l"/>
            <a:pathLst>
              <a:path h="5493464" w="3419562">
                <a:moveTo>
                  <a:pt x="0" y="0"/>
                </a:moveTo>
                <a:lnTo>
                  <a:pt x="3419562" y="0"/>
                </a:lnTo>
                <a:lnTo>
                  <a:pt x="3419562" y="5493464"/>
                </a:lnTo>
                <a:lnTo>
                  <a:pt x="0" y="54934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3455" t="-157022" r="-23161" b="-11302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719117" y="2621985"/>
            <a:ext cx="3754430" cy="5493464"/>
          </a:xfrm>
          <a:custGeom>
            <a:avLst/>
            <a:gdLst/>
            <a:ahLst/>
            <a:cxnLst/>
            <a:rect r="r" b="b" t="t" l="l"/>
            <a:pathLst>
              <a:path h="5493464" w="3754430">
                <a:moveTo>
                  <a:pt x="0" y="0"/>
                </a:moveTo>
                <a:lnTo>
                  <a:pt x="3754430" y="0"/>
                </a:lnTo>
                <a:lnTo>
                  <a:pt x="3754430" y="5493464"/>
                </a:lnTo>
                <a:lnTo>
                  <a:pt x="0" y="54934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3562" t="-283283" r="-23223" b="-23201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155325" y="648001"/>
            <a:ext cx="3977349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20"/>
              </a:lnSpc>
              <a:spcBef>
                <a:spcPct val="0"/>
              </a:spcBef>
            </a:pPr>
            <a:r>
              <a:rPr lang="en-US" sz="58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Gramática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098949" y="8907129"/>
            <a:ext cx="4861223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120"/>
              </a:lnSpc>
              <a:spcBef>
                <a:spcPct val="0"/>
              </a:spcBef>
            </a:pPr>
            <a:r>
              <a:rPr lang="en-US" sz="5800">
                <a:solidFill>
                  <a:srgbClr val="000000">
                    <a:alpha val="19608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expressions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D5E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75768" y="4463448"/>
            <a:ext cx="4936464" cy="1226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Tokenizer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52992" y="2342171"/>
            <a:ext cx="7209297" cy="6735586"/>
          </a:xfrm>
          <a:custGeom>
            <a:avLst/>
            <a:gdLst/>
            <a:ahLst/>
            <a:cxnLst/>
            <a:rect r="r" b="b" t="t" l="l"/>
            <a:pathLst>
              <a:path h="6735586" w="7209297">
                <a:moveTo>
                  <a:pt x="0" y="0"/>
                </a:moveTo>
                <a:lnTo>
                  <a:pt x="7209298" y="0"/>
                </a:lnTo>
                <a:lnTo>
                  <a:pt x="7209298" y="6735586"/>
                </a:lnTo>
                <a:lnTo>
                  <a:pt x="0" y="67355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800" t="-17735" r="-8204" b="-1160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155739" y="648001"/>
            <a:ext cx="3976522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Tokenizer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750570" y="8907129"/>
            <a:ext cx="2209602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120"/>
              </a:lnSpc>
              <a:spcBef>
                <a:spcPct val="0"/>
              </a:spcBef>
            </a:pPr>
            <a:r>
              <a:rPr lang="en-US" sz="5800">
                <a:solidFill>
                  <a:srgbClr val="000000">
                    <a:alpha val="19608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table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52992" y="2342171"/>
            <a:ext cx="7209297" cy="6735586"/>
          </a:xfrm>
          <a:custGeom>
            <a:avLst/>
            <a:gdLst/>
            <a:ahLst/>
            <a:cxnLst/>
            <a:rect r="r" b="b" t="t" l="l"/>
            <a:pathLst>
              <a:path h="6735586" w="7209297">
                <a:moveTo>
                  <a:pt x="0" y="0"/>
                </a:moveTo>
                <a:lnTo>
                  <a:pt x="7209298" y="0"/>
                </a:lnTo>
                <a:lnTo>
                  <a:pt x="7209298" y="6735586"/>
                </a:lnTo>
                <a:lnTo>
                  <a:pt x="0" y="67355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800" t="-17735" r="-8204" b="-1160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781575" y="2809233"/>
            <a:ext cx="2848769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8C52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interruptor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155739" y="648001"/>
            <a:ext cx="3976522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Tokenizer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634278" y="8907129"/>
            <a:ext cx="1325893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120"/>
              </a:lnSpc>
              <a:spcBef>
                <a:spcPct val="0"/>
              </a:spcBef>
            </a:pPr>
            <a:r>
              <a:rPr lang="en-US" sz="5800">
                <a:solidFill>
                  <a:srgbClr val="000000">
                    <a:alpha val="19608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ids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52992" y="2342171"/>
            <a:ext cx="7209297" cy="6735586"/>
          </a:xfrm>
          <a:custGeom>
            <a:avLst/>
            <a:gdLst/>
            <a:ahLst/>
            <a:cxnLst/>
            <a:rect r="r" b="b" t="t" l="l"/>
            <a:pathLst>
              <a:path h="6735586" w="7209297">
                <a:moveTo>
                  <a:pt x="0" y="0"/>
                </a:moveTo>
                <a:lnTo>
                  <a:pt x="7209298" y="0"/>
                </a:lnTo>
                <a:lnTo>
                  <a:pt x="7209298" y="6735586"/>
                </a:lnTo>
                <a:lnTo>
                  <a:pt x="0" y="67355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800" t="-17735" r="-8204" b="-1160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781575" y="2809233"/>
            <a:ext cx="2848769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8C52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interruptor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170115" y="3343280"/>
            <a:ext cx="2071688" cy="570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8C52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sala.luz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155739" y="648001"/>
            <a:ext cx="3976522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Tokenizer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634278" y="8907129"/>
            <a:ext cx="1325893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120"/>
              </a:lnSpc>
              <a:spcBef>
                <a:spcPct val="0"/>
              </a:spcBef>
            </a:pPr>
            <a:r>
              <a:rPr lang="en-US" sz="5800">
                <a:solidFill>
                  <a:srgbClr val="000000">
                    <a:alpha val="19608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ids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52992" y="2342171"/>
            <a:ext cx="7209297" cy="6735586"/>
          </a:xfrm>
          <a:custGeom>
            <a:avLst/>
            <a:gdLst/>
            <a:ahLst/>
            <a:cxnLst/>
            <a:rect r="r" b="b" t="t" l="l"/>
            <a:pathLst>
              <a:path h="6735586" w="7209297">
                <a:moveTo>
                  <a:pt x="0" y="0"/>
                </a:moveTo>
                <a:lnTo>
                  <a:pt x="7209298" y="0"/>
                </a:lnTo>
                <a:lnTo>
                  <a:pt x="7209298" y="6735586"/>
                </a:lnTo>
                <a:lnTo>
                  <a:pt x="0" y="67355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800" t="-17735" r="-8204" b="-1160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781575" y="2809233"/>
            <a:ext cx="2848769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8C52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interruptor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170115" y="3343280"/>
            <a:ext cx="2071688" cy="570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8C52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sala.luz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799120" y="3876078"/>
            <a:ext cx="2848570" cy="570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8C52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sala.abajur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155739" y="648001"/>
            <a:ext cx="3976522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Tokenizer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634278" y="8907129"/>
            <a:ext cx="1325893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120"/>
              </a:lnSpc>
              <a:spcBef>
                <a:spcPct val="0"/>
              </a:spcBef>
            </a:pPr>
            <a:r>
              <a:rPr lang="en-US" sz="5800">
                <a:solidFill>
                  <a:srgbClr val="000000">
                    <a:alpha val="19608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ids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52992" y="2342171"/>
            <a:ext cx="7209297" cy="6735586"/>
          </a:xfrm>
          <a:custGeom>
            <a:avLst/>
            <a:gdLst/>
            <a:ahLst/>
            <a:cxnLst/>
            <a:rect r="r" b="b" t="t" l="l"/>
            <a:pathLst>
              <a:path h="6735586" w="7209297">
                <a:moveTo>
                  <a:pt x="0" y="0"/>
                </a:moveTo>
                <a:lnTo>
                  <a:pt x="7209298" y="0"/>
                </a:lnTo>
                <a:lnTo>
                  <a:pt x="7209298" y="6735586"/>
                </a:lnTo>
                <a:lnTo>
                  <a:pt x="0" y="67355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800" t="-17735" r="-8204" b="-1160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781575" y="2809233"/>
            <a:ext cx="2848769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8C52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interruptor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170115" y="3343280"/>
            <a:ext cx="2071688" cy="570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8C52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sala.luz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799120" y="3876078"/>
            <a:ext cx="2848570" cy="570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8C52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sala.abajur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299596" y="4408876"/>
            <a:ext cx="1812727" cy="570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8C52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sala.tv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55739" y="648001"/>
            <a:ext cx="3976522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Tokenizer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634278" y="8907129"/>
            <a:ext cx="1325893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120"/>
              </a:lnSpc>
              <a:spcBef>
                <a:spcPct val="0"/>
              </a:spcBef>
            </a:pPr>
            <a:r>
              <a:rPr lang="en-US" sz="5800">
                <a:solidFill>
                  <a:srgbClr val="000000">
                    <a:alpha val="19608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ids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52992" y="2342171"/>
            <a:ext cx="7209297" cy="6735586"/>
          </a:xfrm>
          <a:custGeom>
            <a:avLst/>
            <a:gdLst/>
            <a:ahLst/>
            <a:cxnLst/>
            <a:rect r="r" b="b" t="t" l="l"/>
            <a:pathLst>
              <a:path h="6735586" w="7209297">
                <a:moveTo>
                  <a:pt x="0" y="0"/>
                </a:moveTo>
                <a:lnTo>
                  <a:pt x="7209298" y="0"/>
                </a:lnTo>
                <a:lnTo>
                  <a:pt x="7209298" y="6735586"/>
                </a:lnTo>
                <a:lnTo>
                  <a:pt x="0" y="67355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800" t="-17735" r="-8204" b="-1160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781575" y="2809233"/>
            <a:ext cx="2848769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8C52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interruptor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169917" y="3343280"/>
            <a:ext cx="2072084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8C52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sala</a:t>
            </a:r>
            <a:r>
              <a:rPr lang="en-US" sz="3399">
                <a:solidFill>
                  <a:srgbClr val="8C52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.luz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798922" y="3876078"/>
            <a:ext cx="2848967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8C52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sala</a:t>
            </a:r>
            <a:r>
              <a:rPr lang="en-US" sz="3399">
                <a:solidFill>
                  <a:srgbClr val="8C52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.abajur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299397" y="4408876"/>
            <a:ext cx="1813123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8C52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sala</a:t>
            </a:r>
            <a:r>
              <a:rPr lang="en-US" sz="3399">
                <a:solidFill>
                  <a:srgbClr val="8C52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.tv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55739" y="648001"/>
            <a:ext cx="3976522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Tokenizer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634278" y="8907129"/>
            <a:ext cx="1325893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120"/>
              </a:lnSpc>
              <a:spcBef>
                <a:spcPct val="0"/>
              </a:spcBef>
            </a:pPr>
            <a:r>
              <a:rPr lang="en-US" sz="5800">
                <a:solidFill>
                  <a:srgbClr val="000000">
                    <a:alpha val="19608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ids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52992" y="2342171"/>
            <a:ext cx="7209297" cy="6735586"/>
          </a:xfrm>
          <a:custGeom>
            <a:avLst/>
            <a:gdLst/>
            <a:ahLst/>
            <a:cxnLst/>
            <a:rect r="r" b="b" t="t" l="l"/>
            <a:pathLst>
              <a:path h="6735586" w="7209297">
                <a:moveTo>
                  <a:pt x="0" y="0"/>
                </a:moveTo>
                <a:lnTo>
                  <a:pt x="7209298" y="0"/>
                </a:lnTo>
                <a:lnTo>
                  <a:pt x="7209298" y="6735586"/>
                </a:lnTo>
                <a:lnTo>
                  <a:pt x="0" y="67355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800" t="-17735" r="-8204" b="-1160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781575" y="2809233"/>
            <a:ext cx="2848769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8C52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interruptor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169917" y="3343280"/>
            <a:ext cx="2072084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8C52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sala</a:t>
            </a:r>
            <a:r>
              <a:rPr lang="en-US" sz="3399">
                <a:solidFill>
                  <a:srgbClr val="8C52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.luz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798922" y="3876078"/>
            <a:ext cx="2848967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8C52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sala</a:t>
            </a:r>
            <a:r>
              <a:rPr lang="en-US" sz="3399">
                <a:solidFill>
                  <a:srgbClr val="8C52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.abajur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299397" y="4408876"/>
            <a:ext cx="1813123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8C52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sala</a:t>
            </a:r>
            <a:r>
              <a:rPr lang="en-US" sz="3399">
                <a:solidFill>
                  <a:srgbClr val="8C52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.tv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299497" y="5763824"/>
            <a:ext cx="1812925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7ED95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“texto”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55739" y="648001"/>
            <a:ext cx="3976522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Tokenizer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866696" y="8907129"/>
            <a:ext cx="3093475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120"/>
              </a:lnSpc>
              <a:spcBef>
                <a:spcPct val="0"/>
              </a:spcBef>
            </a:pPr>
            <a:r>
              <a:rPr lang="en-US" sz="5800">
                <a:solidFill>
                  <a:srgbClr val="000000">
                    <a:alpha val="19608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strings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52992" y="2342171"/>
            <a:ext cx="7209297" cy="6735586"/>
          </a:xfrm>
          <a:custGeom>
            <a:avLst/>
            <a:gdLst/>
            <a:ahLst/>
            <a:cxnLst/>
            <a:rect r="r" b="b" t="t" l="l"/>
            <a:pathLst>
              <a:path h="6735586" w="7209297">
                <a:moveTo>
                  <a:pt x="0" y="0"/>
                </a:moveTo>
                <a:lnTo>
                  <a:pt x="7209298" y="0"/>
                </a:lnTo>
                <a:lnTo>
                  <a:pt x="7209298" y="6735586"/>
                </a:lnTo>
                <a:lnTo>
                  <a:pt x="0" y="67355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800" t="-17735" r="-8204" b="-1160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781575" y="2809233"/>
            <a:ext cx="2848769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8C52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interruptor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169917" y="3343280"/>
            <a:ext cx="2072084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8C52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sala</a:t>
            </a:r>
            <a:r>
              <a:rPr lang="en-US" sz="3399">
                <a:solidFill>
                  <a:srgbClr val="8C52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.luz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798922" y="3876078"/>
            <a:ext cx="2848967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8C52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sala</a:t>
            </a:r>
            <a:r>
              <a:rPr lang="en-US" sz="3399">
                <a:solidFill>
                  <a:srgbClr val="8C52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.abajur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299397" y="4408876"/>
            <a:ext cx="1813123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8C52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sala</a:t>
            </a:r>
            <a:r>
              <a:rPr lang="en-US" sz="3399">
                <a:solidFill>
                  <a:srgbClr val="8C52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.tv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299497" y="5763824"/>
            <a:ext cx="1812925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7ED95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“texto”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687938" y="6296622"/>
            <a:ext cx="1036042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i="true">
                <a:solidFill>
                  <a:srgbClr val="FFBD59"/>
                </a:solidFill>
                <a:latin typeface="JetBrains Mono Italics"/>
                <a:ea typeface="JetBrains Mono Italics"/>
                <a:cs typeface="JetBrains Mono Italics"/>
                <a:sym typeface="JetBrains Mono Italics"/>
              </a:rPr>
              <a:t>true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558458" y="6829420"/>
            <a:ext cx="1295003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i="true">
                <a:solidFill>
                  <a:srgbClr val="FFBD59"/>
                </a:solidFill>
                <a:latin typeface="JetBrains Mono Italics"/>
                <a:ea typeface="JetBrains Mono Italics"/>
                <a:cs typeface="JetBrains Mono Italics"/>
                <a:sym typeface="JetBrains Mono Italics"/>
              </a:rPr>
              <a:t>false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55739" y="648001"/>
            <a:ext cx="3976522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Tokenizer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424676" y="8907129"/>
            <a:ext cx="3535495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120"/>
              </a:lnSpc>
              <a:spcBef>
                <a:spcPct val="0"/>
              </a:spcBef>
            </a:pPr>
            <a:r>
              <a:rPr lang="en-US" sz="5800">
                <a:solidFill>
                  <a:srgbClr val="000000">
                    <a:alpha val="19608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booleans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52992" y="2342171"/>
            <a:ext cx="7209297" cy="6735586"/>
          </a:xfrm>
          <a:custGeom>
            <a:avLst/>
            <a:gdLst/>
            <a:ahLst/>
            <a:cxnLst/>
            <a:rect r="r" b="b" t="t" l="l"/>
            <a:pathLst>
              <a:path h="6735586" w="7209297">
                <a:moveTo>
                  <a:pt x="0" y="0"/>
                </a:moveTo>
                <a:lnTo>
                  <a:pt x="7209298" y="0"/>
                </a:lnTo>
                <a:lnTo>
                  <a:pt x="7209298" y="6735586"/>
                </a:lnTo>
                <a:lnTo>
                  <a:pt x="0" y="67355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800" t="-17735" r="-8204" b="-1160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781575" y="2809233"/>
            <a:ext cx="2848769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8C52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interruptor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169917" y="3343280"/>
            <a:ext cx="2072084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8C52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sala</a:t>
            </a:r>
            <a:r>
              <a:rPr lang="en-US" sz="3399">
                <a:solidFill>
                  <a:srgbClr val="8C52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.luz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798922" y="3876078"/>
            <a:ext cx="2848967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8C52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sala</a:t>
            </a:r>
            <a:r>
              <a:rPr lang="en-US" sz="3399">
                <a:solidFill>
                  <a:srgbClr val="8C52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.abajur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299397" y="4408876"/>
            <a:ext cx="1813123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8C52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sala</a:t>
            </a:r>
            <a:r>
              <a:rPr lang="en-US" sz="3399">
                <a:solidFill>
                  <a:srgbClr val="8C52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.tv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299497" y="5763824"/>
            <a:ext cx="1812925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7ED95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“texto”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687938" y="6296622"/>
            <a:ext cx="1036042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i="true">
                <a:solidFill>
                  <a:srgbClr val="FFBD59"/>
                </a:solidFill>
                <a:latin typeface="JetBrains Mono Italics"/>
                <a:ea typeface="JetBrains Mono Italics"/>
                <a:cs typeface="JetBrains Mono Italics"/>
                <a:sym typeface="JetBrains Mono Italics"/>
              </a:rPr>
              <a:t>true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558458" y="6829420"/>
            <a:ext cx="1295003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i="true">
                <a:solidFill>
                  <a:srgbClr val="FFBD59"/>
                </a:solidFill>
                <a:latin typeface="JetBrains Mono Italics"/>
                <a:ea typeface="JetBrains Mono Italics"/>
                <a:cs typeface="JetBrains Mono Italics"/>
                <a:sym typeface="JetBrains Mono Italics"/>
              </a:rPr>
              <a:t>false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076503" y="3076256"/>
            <a:ext cx="518120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D93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67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55739" y="648001"/>
            <a:ext cx="3976522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Tokenizer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424676" y="8907129"/>
            <a:ext cx="3535495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120"/>
              </a:lnSpc>
              <a:spcBef>
                <a:spcPct val="0"/>
              </a:spcBef>
            </a:pPr>
            <a:r>
              <a:rPr lang="en-US" sz="5800">
                <a:solidFill>
                  <a:srgbClr val="000000">
                    <a:alpha val="19608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integers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52992" y="2342171"/>
            <a:ext cx="7209297" cy="6735586"/>
          </a:xfrm>
          <a:custGeom>
            <a:avLst/>
            <a:gdLst/>
            <a:ahLst/>
            <a:cxnLst/>
            <a:rect r="r" b="b" t="t" l="l"/>
            <a:pathLst>
              <a:path h="6735586" w="7209297">
                <a:moveTo>
                  <a:pt x="0" y="0"/>
                </a:moveTo>
                <a:lnTo>
                  <a:pt x="7209298" y="0"/>
                </a:lnTo>
                <a:lnTo>
                  <a:pt x="7209298" y="6735586"/>
                </a:lnTo>
                <a:lnTo>
                  <a:pt x="0" y="67355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800" t="-17735" r="-8204" b="-1160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781575" y="2809233"/>
            <a:ext cx="2848769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8C52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interruptor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169917" y="3343280"/>
            <a:ext cx="2072084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8C52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sala</a:t>
            </a:r>
            <a:r>
              <a:rPr lang="en-US" sz="3399">
                <a:solidFill>
                  <a:srgbClr val="8C52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.luz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798922" y="3876078"/>
            <a:ext cx="2848967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8C52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sala</a:t>
            </a:r>
            <a:r>
              <a:rPr lang="en-US" sz="3399">
                <a:solidFill>
                  <a:srgbClr val="8C52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.abajur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299397" y="4408876"/>
            <a:ext cx="1813123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8C52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sala</a:t>
            </a:r>
            <a:r>
              <a:rPr lang="en-US" sz="3399">
                <a:solidFill>
                  <a:srgbClr val="8C52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.tv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299497" y="5763824"/>
            <a:ext cx="1812925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7ED95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“texto”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687938" y="6296622"/>
            <a:ext cx="1036042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i="true">
                <a:solidFill>
                  <a:srgbClr val="FFBD59"/>
                </a:solidFill>
                <a:latin typeface="JetBrains Mono Italics"/>
                <a:ea typeface="JetBrains Mono Italics"/>
                <a:cs typeface="JetBrains Mono Italics"/>
                <a:sym typeface="JetBrains Mono Italics"/>
              </a:rPr>
              <a:t>true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558458" y="6829420"/>
            <a:ext cx="1295003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i="true">
                <a:solidFill>
                  <a:srgbClr val="FFBD59"/>
                </a:solidFill>
                <a:latin typeface="JetBrains Mono Italics"/>
                <a:ea typeface="JetBrains Mono Italics"/>
                <a:cs typeface="JetBrains Mono Italics"/>
                <a:sym typeface="JetBrains Mono Italics"/>
              </a:rPr>
              <a:t>false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832782" y="3598905"/>
            <a:ext cx="1036042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D93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0.42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962262" y="4131703"/>
            <a:ext cx="777081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D93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2.4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076503" y="3076256"/>
            <a:ext cx="518120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D93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67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155739" y="648001"/>
            <a:ext cx="3976522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Tokenizer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308550" y="8907129"/>
            <a:ext cx="2651621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120"/>
              </a:lnSpc>
              <a:spcBef>
                <a:spcPct val="0"/>
              </a:spcBef>
            </a:pPr>
            <a:r>
              <a:rPr lang="en-US" sz="5800">
                <a:solidFill>
                  <a:srgbClr val="000000">
                    <a:alpha val="19608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floats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52992" y="2342171"/>
            <a:ext cx="7209297" cy="6735586"/>
          </a:xfrm>
          <a:custGeom>
            <a:avLst/>
            <a:gdLst/>
            <a:ahLst/>
            <a:cxnLst/>
            <a:rect r="r" b="b" t="t" l="l"/>
            <a:pathLst>
              <a:path h="6735586" w="7209297">
                <a:moveTo>
                  <a:pt x="0" y="0"/>
                </a:moveTo>
                <a:lnTo>
                  <a:pt x="7209298" y="0"/>
                </a:lnTo>
                <a:lnTo>
                  <a:pt x="7209298" y="6735586"/>
                </a:lnTo>
                <a:lnTo>
                  <a:pt x="0" y="67355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800" t="-17735" r="-8204" b="-1160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781575" y="2809233"/>
            <a:ext cx="2848769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8C52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interruptor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169917" y="3343280"/>
            <a:ext cx="2072084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8C52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sala</a:t>
            </a:r>
            <a:r>
              <a:rPr lang="en-US" sz="3399">
                <a:solidFill>
                  <a:srgbClr val="8C52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.luz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798922" y="3876078"/>
            <a:ext cx="2848967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8C52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sala</a:t>
            </a:r>
            <a:r>
              <a:rPr lang="en-US" sz="3399">
                <a:solidFill>
                  <a:srgbClr val="8C52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.abajur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299397" y="4408876"/>
            <a:ext cx="1813123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8C52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sala</a:t>
            </a:r>
            <a:r>
              <a:rPr lang="en-US" sz="3399">
                <a:solidFill>
                  <a:srgbClr val="8C52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.tv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299497" y="5763824"/>
            <a:ext cx="1812925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7ED95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“texto”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687938" y="6296622"/>
            <a:ext cx="1036042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i="true">
                <a:solidFill>
                  <a:srgbClr val="FFBD59"/>
                </a:solidFill>
                <a:latin typeface="JetBrains Mono Italics"/>
                <a:ea typeface="JetBrains Mono Italics"/>
                <a:cs typeface="JetBrains Mono Italics"/>
                <a:sym typeface="JetBrains Mono Italics"/>
              </a:rPr>
              <a:t>true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558458" y="6829420"/>
            <a:ext cx="1295003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i="true">
                <a:solidFill>
                  <a:srgbClr val="FFBD59"/>
                </a:solidFill>
                <a:latin typeface="JetBrains Mono Italics"/>
                <a:ea typeface="JetBrains Mono Italics"/>
                <a:cs typeface="JetBrains Mono Italics"/>
                <a:sym typeface="JetBrains Mono Italics"/>
              </a:rPr>
              <a:t>false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832782" y="3598905"/>
            <a:ext cx="1036042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D93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0.42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962262" y="4131703"/>
            <a:ext cx="777081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D93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2.4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589309" y="5763824"/>
            <a:ext cx="1553964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5CE1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0xbeef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718790" y="6297871"/>
            <a:ext cx="1295003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5CE1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0o577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589309" y="6849719"/>
            <a:ext cx="1553964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5CE1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0b0101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076503" y="3076256"/>
            <a:ext cx="518120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D93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67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155739" y="648001"/>
            <a:ext cx="3976522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Tokenizer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750570" y="8907129"/>
            <a:ext cx="2209602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120"/>
              </a:lnSpc>
              <a:spcBef>
                <a:spcPct val="0"/>
              </a:spcBef>
            </a:pPr>
            <a:r>
              <a:rPr lang="en-US" sz="5800">
                <a:solidFill>
                  <a:srgbClr val="000000">
                    <a:alpha val="19608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bases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>
      <p:bgPr>
        <a:solidFill>
          <a:srgbClr val="D5E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46346" y="3452777"/>
            <a:ext cx="964399" cy="547481"/>
            <a:chOff x="0" y="0"/>
            <a:chExt cx="253998" cy="1441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3998" cy="144193"/>
            </a:xfrm>
            <a:custGeom>
              <a:avLst/>
              <a:gdLst/>
              <a:ahLst/>
              <a:cxnLst/>
              <a:rect r="r" b="b" t="t" l="l"/>
              <a:pathLst>
                <a:path h="144193" w="253998">
                  <a:moveTo>
                    <a:pt x="0" y="0"/>
                  </a:moveTo>
                  <a:lnTo>
                    <a:pt x="253998" y="0"/>
                  </a:lnTo>
                  <a:lnTo>
                    <a:pt x="253998" y="144193"/>
                  </a:lnTo>
                  <a:lnTo>
                    <a:pt x="0" y="144193"/>
                  </a:lnTo>
                  <a:close/>
                </a:path>
              </a:pathLst>
            </a:custGeom>
            <a:solidFill>
              <a:srgbClr val="BCDCF8"/>
            </a:solidFill>
            <a:ln w="47625" cap="sq">
              <a:solidFill>
                <a:srgbClr val="7DAFDB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3998" cy="182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type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770496" y="3452777"/>
            <a:ext cx="1671158" cy="547481"/>
            <a:chOff x="0" y="0"/>
            <a:chExt cx="440140" cy="14419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0140" cy="144193"/>
            </a:xfrm>
            <a:custGeom>
              <a:avLst/>
              <a:gdLst/>
              <a:ahLst/>
              <a:cxnLst/>
              <a:rect r="r" b="b" t="t" l="l"/>
              <a:pathLst>
                <a:path h="144193" w="440140">
                  <a:moveTo>
                    <a:pt x="0" y="0"/>
                  </a:moveTo>
                  <a:lnTo>
                    <a:pt x="440140" y="0"/>
                  </a:lnTo>
                  <a:lnTo>
                    <a:pt x="440140" y="144193"/>
                  </a:lnTo>
                  <a:lnTo>
                    <a:pt x="0" y="144193"/>
                  </a:lnTo>
                  <a:close/>
                </a:path>
              </a:pathLst>
            </a:custGeom>
            <a:solidFill>
              <a:srgbClr val="BCDCF8"/>
            </a:solidFill>
            <a:ln w="47625" cap="sq">
              <a:solidFill>
                <a:srgbClr val="7DAFDB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40140" cy="182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symbol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846346" y="2810929"/>
            <a:ext cx="2590248" cy="619506"/>
            <a:chOff x="0" y="0"/>
            <a:chExt cx="682205" cy="1631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2205" cy="163162"/>
            </a:xfrm>
            <a:custGeom>
              <a:avLst/>
              <a:gdLst/>
              <a:ahLst/>
              <a:cxnLst/>
              <a:rect r="r" b="b" t="t" l="l"/>
              <a:pathLst>
                <a:path h="163162" w="682205">
                  <a:moveTo>
                    <a:pt x="0" y="0"/>
                  </a:moveTo>
                  <a:lnTo>
                    <a:pt x="682205" y="0"/>
                  </a:lnTo>
                  <a:lnTo>
                    <a:pt x="682205" y="163162"/>
                  </a:lnTo>
                  <a:lnTo>
                    <a:pt x="0" y="163162"/>
                  </a:lnTo>
                  <a:close/>
                </a:path>
              </a:pathLst>
            </a:custGeom>
            <a:solidFill>
              <a:srgbClr val="BCDCF8"/>
            </a:solidFill>
            <a:ln w="38100" cap="sq">
              <a:solidFill>
                <a:srgbClr val="7DAFDB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682205" cy="2107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00000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Token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7155739" y="648001"/>
            <a:ext cx="3976522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Tokenizer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308550" y="8907129"/>
            <a:ext cx="2651621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120"/>
              </a:lnSpc>
              <a:spcBef>
                <a:spcPct val="0"/>
              </a:spcBef>
            </a:pPr>
            <a:r>
              <a:rPr lang="en-US" sz="5800">
                <a:solidFill>
                  <a:srgbClr val="000000">
                    <a:alpha val="19608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tokens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>
      <p:bgPr>
        <a:solidFill>
          <a:srgbClr val="D5E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44832" y="6797204"/>
            <a:ext cx="2704605" cy="1119395"/>
            <a:chOff x="0" y="0"/>
            <a:chExt cx="3606140" cy="149252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762552"/>
              <a:ext cx="2249704" cy="729975"/>
              <a:chOff x="0" y="0"/>
              <a:chExt cx="444386" cy="14419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44386" cy="144193"/>
              </a:xfrm>
              <a:custGeom>
                <a:avLst/>
                <a:gdLst/>
                <a:ahLst/>
                <a:cxnLst/>
                <a:rect r="r" b="b" t="t" l="l"/>
                <a:pathLst>
                  <a:path h="144193" w="444386">
                    <a:moveTo>
                      <a:pt x="0" y="0"/>
                    </a:moveTo>
                    <a:lnTo>
                      <a:pt x="444386" y="0"/>
                    </a:lnTo>
                    <a:lnTo>
                      <a:pt x="444386" y="144193"/>
                    </a:lnTo>
                    <a:lnTo>
                      <a:pt x="0" y="144193"/>
                    </a:lnTo>
                    <a:close/>
                  </a:path>
                </a:pathLst>
              </a:custGeom>
              <a:solidFill>
                <a:srgbClr val="BCDCF8"/>
              </a:solidFill>
              <a:ln w="47625" cap="sq">
                <a:solidFill>
                  <a:srgbClr val="7DAFDB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44386" cy="1822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r>
                  <a:rPr lang="en-US" sz="1899">
                    <a:solidFill>
                      <a:srgbClr val="000000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automation</a:t>
                </a: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193488" y="762552"/>
              <a:ext cx="1412653" cy="729975"/>
              <a:chOff x="0" y="0"/>
              <a:chExt cx="279042" cy="14419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79042" cy="144193"/>
              </a:xfrm>
              <a:custGeom>
                <a:avLst/>
                <a:gdLst/>
                <a:ahLst/>
                <a:cxnLst/>
                <a:rect r="r" b="b" t="t" l="l"/>
                <a:pathLst>
                  <a:path h="144193" w="279042">
                    <a:moveTo>
                      <a:pt x="0" y="0"/>
                    </a:moveTo>
                    <a:lnTo>
                      <a:pt x="279042" y="0"/>
                    </a:lnTo>
                    <a:lnTo>
                      <a:pt x="279042" y="144193"/>
                    </a:lnTo>
                    <a:lnTo>
                      <a:pt x="0" y="144193"/>
                    </a:lnTo>
                    <a:close/>
                  </a:path>
                </a:pathLst>
              </a:custGeom>
              <a:solidFill>
                <a:srgbClr val="BCDCF8"/>
              </a:solidFill>
              <a:ln w="47625" cap="sq">
                <a:solidFill>
                  <a:srgbClr val="7DAFD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279042" cy="1822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r>
                  <a:rPr lang="en-US" sz="1899">
                    <a:solidFill>
                      <a:srgbClr val="000000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String</a:t>
                </a: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0"/>
              <a:ext cx="3599394" cy="826052"/>
              <a:chOff x="0" y="0"/>
              <a:chExt cx="710991" cy="163171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710991" cy="163171"/>
              </a:xfrm>
              <a:custGeom>
                <a:avLst/>
                <a:gdLst/>
                <a:ahLst/>
                <a:cxnLst/>
                <a:rect r="r" b="b" t="t" l="l"/>
                <a:pathLst>
                  <a:path h="163171" w="710991">
                    <a:moveTo>
                      <a:pt x="0" y="0"/>
                    </a:moveTo>
                    <a:lnTo>
                      <a:pt x="710991" y="0"/>
                    </a:lnTo>
                    <a:lnTo>
                      <a:pt x="710991" y="163171"/>
                    </a:lnTo>
                    <a:lnTo>
                      <a:pt x="0" y="163171"/>
                    </a:lnTo>
                    <a:close/>
                  </a:path>
                </a:pathLst>
              </a:custGeom>
              <a:solidFill>
                <a:srgbClr val="BCDCF8"/>
              </a:solidFill>
              <a:ln w="38100" cap="sq">
                <a:solidFill>
                  <a:srgbClr val="7DAFDB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710991" cy="2107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9"/>
                  </a:lnSpc>
                </a:pPr>
                <a:r>
                  <a:rPr lang="en-US" b="true" sz="2599">
                    <a:solidFill>
                      <a:srgbClr val="000000"/>
                    </a:solidFill>
                    <a:latin typeface="JetBrains Mono Bold"/>
                    <a:ea typeface="JetBrains Mono Bold"/>
                    <a:cs typeface="JetBrains Mono Bold"/>
                    <a:sym typeface="JetBrains Mono Bold"/>
                  </a:rPr>
                  <a:t>Token</a:t>
                </a: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7846346" y="3452777"/>
            <a:ext cx="964399" cy="547481"/>
            <a:chOff x="0" y="0"/>
            <a:chExt cx="253998" cy="14419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3998" cy="144193"/>
            </a:xfrm>
            <a:custGeom>
              <a:avLst/>
              <a:gdLst/>
              <a:ahLst/>
              <a:cxnLst/>
              <a:rect r="r" b="b" t="t" l="l"/>
              <a:pathLst>
                <a:path h="144193" w="253998">
                  <a:moveTo>
                    <a:pt x="0" y="0"/>
                  </a:moveTo>
                  <a:lnTo>
                    <a:pt x="253998" y="0"/>
                  </a:lnTo>
                  <a:lnTo>
                    <a:pt x="253998" y="144193"/>
                  </a:lnTo>
                  <a:lnTo>
                    <a:pt x="0" y="144193"/>
                  </a:lnTo>
                  <a:close/>
                </a:path>
              </a:pathLst>
            </a:custGeom>
            <a:solidFill>
              <a:srgbClr val="BCDCF8"/>
            </a:solidFill>
            <a:ln w="47625" cap="sq">
              <a:solidFill>
                <a:srgbClr val="7DAFDB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53998" cy="182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type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770496" y="3452777"/>
            <a:ext cx="1671158" cy="547481"/>
            <a:chOff x="0" y="0"/>
            <a:chExt cx="440140" cy="14419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40140" cy="144193"/>
            </a:xfrm>
            <a:custGeom>
              <a:avLst/>
              <a:gdLst/>
              <a:ahLst/>
              <a:cxnLst/>
              <a:rect r="r" b="b" t="t" l="l"/>
              <a:pathLst>
                <a:path h="144193" w="440140">
                  <a:moveTo>
                    <a:pt x="0" y="0"/>
                  </a:moveTo>
                  <a:lnTo>
                    <a:pt x="440140" y="0"/>
                  </a:lnTo>
                  <a:lnTo>
                    <a:pt x="440140" y="144193"/>
                  </a:lnTo>
                  <a:lnTo>
                    <a:pt x="0" y="144193"/>
                  </a:lnTo>
                  <a:close/>
                </a:path>
              </a:pathLst>
            </a:custGeom>
            <a:solidFill>
              <a:srgbClr val="BCDCF8"/>
            </a:solidFill>
            <a:ln w="47625" cap="sq">
              <a:solidFill>
                <a:srgbClr val="7DAFDB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40140" cy="182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symbol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846346" y="2810929"/>
            <a:ext cx="2590248" cy="619506"/>
            <a:chOff x="0" y="0"/>
            <a:chExt cx="682205" cy="16316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82205" cy="163162"/>
            </a:xfrm>
            <a:custGeom>
              <a:avLst/>
              <a:gdLst/>
              <a:ahLst/>
              <a:cxnLst/>
              <a:rect r="r" b="b" t="t" l="l"/>
              <a:pathLst>
                <a:path h="163162" w="682205">
                  <a:moveTo>
                    <a:pt x="0" y="0"/>
                  </a:moveTo>
                  <a:lnTo>
                    <a:pt x="682205" y="0"/>
                  </a:lnTo>
                  <a:lnTo>
                    <a:pt x="682205" y="163162"/>
                  </a:lnTo>
                  <a:lnTo>
                    <a:pt x="0" y="163162"/>
                  </a:lnTo>
                  <a:close/>
                </a:path>
              </a:pathLst>
            </a:custGeom>
            <a:solidFill>
              <a:srgbClr val="BCDCF8"/>
            </a:solidFill>
            <a:ln w="38100" cap="sq">
              <a:solidFill>
                <a:srgbClr val="7DAFDB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682205" cy="2107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00000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Token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6424910" y="4829492"/>
            <a:ext cx="2589609" cy="570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automation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155739" y="648001"/>
            <a:ext cx="3976522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Tokenizer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308550" y="8907129"/>
            <a:ext cx="2651621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120"/>
              </a:lnSpc>
              <a:spcBef>
                <a:spcPct val="0"/>
              </a:spcBef>
            </a:pPr>
            <a:r>
              <a:rPr lang="en-US" sz="5800">
                <a:solidFill>
                  <a:srgbClr val="000000">
                    <a:alpha val="19608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tokens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>
      <p:bgPr>
        <a:solidFill>
          <a:srgbClr val="D5E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44832" y="6797204"/>
            <a:ext cx="2704605" cy="1119395"/>
            <a:chOff x="0" y="0"/>
            <a:chExt cx="3606140" cy="149252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762552"/>
              <a:ext cx="2249704" cy="729975"/>
              <a:chOff x="0" y="0"/>
              <a:chExt cx="444386" cy="14419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44386" cy="144193"/>
              </a:xfrm>
              <a:custGeom>
                <a:avLst/>
                <a:gdLst/>
                <a:ahLst/>
                <a:cxnLst/>
                <a:rect r="r" b="b" t="t" l="l"/>
                <a:pathLst>
                  <a:path h="144193" w="444386">
                    <a:moveTo>
                      <a:pt x="0" y="0"/>
                    </a:moveTo>
                    <a:lnTo>
                      <a:pt x="444386" y="0"/>
                    </a:lnTo>
                    <a:lnTo>
                      <a:pt x="444386" y="144193"/>
                    </a:lnTo>
                    <a:lnTo>
                      <a:pt x="0" y="144193"/>
                    </a:lnTo>
                    <a:close/>
                  </a:path>
                </a:pathLst>
              </a:custGeom>
              <a:solidFill>
                <a:srgbClr val="BCDCF8"/>
              </a:solidFill>
              <a:ln w="47625" cap="sq">
                <a:solidFill>
                  <a:srgbClr val="7DAFDB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44386" cy="1822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r>
                  <a:rPr lang="en-US" sz="1899">
                    <a:solidFill>
                      <a:srgbClr val="000000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automation</a:t>
                </a: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193488" y="762552"/>
              <a:ext cx="1412653" cy="729975"/>
              <a:chOff x="0" y="0"/>
              <a:chExt cx="279042" cy="14419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79042" cy="144193"/>
              </a:xfrm>
              <a:custGeom>
                <a:avLst/>
                <a:gdLst/>
                <a:ahLst/>
                <a:cxnLst/>
                <a:rect r="r" b="b" t="t" l="l"/>
                <a:pathLst>
                  <a:path h="144193" w="279042">
                    <a:moveTo>
                      <a:pt x="0" y="0"/>
                    </a:moveTo>
                    <a:lnTo>
                      <a:pt x="279042" y="0"/>
                    </a:lnTo>
                    <a:lnTo>
                      <a:pt x="279042" y="144193"/>
                    </a:lnTo>
                    <a:lnTo>
                      <a:pt x="0" y="144193"/>
                    </a:lnTo>
                    <a:close/>
                  </a:path>
                </a:pathLst>
              </a:custGeom>
              <a:solidFill>
                <a:srgbClr val="BCDCF8"/>
              </a:solidFill>
              <a:ln w="47625" cap="sq">
                <a:solidFill>
                  <a:srgbClr val="7DAFD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279042" cy="1822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r>
                  <a:rPr lang="en-US" sz="1899">
                    <a:solidFill>
                      <a:srgbClr val="000000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String</a:t>
                </a: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0"/>
              <a:ext cx="3599394" cy="826052"/>
              <a:chOff x="0" y="0"/>
              <a:chExt cx="710991" cy="163171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710991" cy="163171"/>
              </a:xfrm>
              <a:custGeom>
                <a:avLst/>
                <a:gdLst/>
                <a:ahLst/>
                <a:cxnLst/>
                <a:rect r="r" b="b" t="t" l="l"/>
                <a:pathLst>
                  <a:path h="163171" w="710991">
                    <a:moveTo>
                      <a:pt x="0" y="0"/>
                    </a:moveTo>
                    <a:lnTo>
                      <a:pt x="710991" y="0"/>
                    </a:lnTo>
                    <a:lnTo>
                      <a:pt x="710991" y="163171"/>
                    </a:lnTo>
                    <a:lnTo>
                      <a:pt x="0" y="163171"/>
                    </a:lnTo>
                    <a:close/>
                  </a:path>
                </a:pathLst>
              </a:custGeom>
              <a:solidFill>
                <a:srgbClr val="BCDCF8"/>
              </a:solidFill>
              <a:ln w="38100" cap="sq">
                <a:solidFill>
                  <a:srgbClr val="7DAFDB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710991" cy="2107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9"/>
                  </a:lnSpc>
                </a:pPr>
                <a:r>
                  <a:rPr lang="en-US" b="true" sz="2599">
                    <a:solidFill>
                      <a:srgbClr val="000000"/>
                    </a:solidFill>
                    <a:latin typeface="JetBrains Mono Bold"/>
                    <a:ea typeface="JetBrains Mono Bold"/>
                    <a:cs typeface="JetBrains Mono Bold"/>
                    <a:sym typeface="JetBrains Mono Bold"/>
                  </a:rPr>
                  <a:t>Token</a:t>
                </a: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7789385" y="6797220"/>
            <a:ext cx="1752966" cy="1119379"/>
            <a:chOff x="0" y="0"/>
            <a:chExt cx="2337288" cy="1492505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762530"/>
              <a:ext cx="984647" cy="729975"/>
              <a:chOff x="0" y="0"/>
              <a:chExt cx="194498" cy="14419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94498" cy="144193"/>
              </a:xfrm>
              <a:custGeom>
                <a:avLst/>
                <a:gdLst/>
                <a:ahLst/>
                <a:cxnLst/>
                <a:rect r="r" b="b" t="t" l="l"/>
                <a:pathLst>
                  <a:path h="144193" w="194498">
                    <a:moveTo>
                      <a:pt x="0" y="0"/>
                    </a:moveTo>
                    <a:lnTo>
                      <a:pt x="194498" y="0"/>
                    </a:lnTo>
                    <a:lnTo>
                      <a:pt x="194498" y="144193"/>
                    </a:lnTo>
                    <a:lnTo>
                      <a:pt x="0" y="144193"/>
                    </a:lnTo>
                    <a:close/>
                  </a:path>
                </a:pathLst>
              </a:custGeom>
              <a:solidFill>
                <a:srgbClr val="BCDCF8"/>
              </a:solidFill>
              <a:ln w="47625" cap="sq">
                <a:solidFill>
                  <a:srgbClr val="7DAFDB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94498" cy="1822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r>
                  <a:rPr lang="en-US" sz="1899">
                    <a:solidFill>
                      <a:srgbClr val="000000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Str</a:t>
                </a: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924636" y="762530"/>
              <a:ext cx="1412653" cy="729975"/>
              <a:chOff x="0" y="0"/>
              <a:chExt cx="279042" cy="144193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79042" cy="144193"/>
              </a:xfrm>
              <a:custGeom>
                <a:avLst/>
                <a:gdLst/>
                <a:ahLst/>
                <a:cxnLst/>
                <a:rect r="r" b="b" t="t" l="l"/>
                <a:pathLst>
                  <a:path h="144193" w="279042">
                    <a:moveTo>
                      <a:pt x="0" y="0"/>
                    </a:moveTo>
                    <a:lnTo>
                      <a:pt x="279042" y="0"/>
                    </a:lnTo>
                    <a:lnTo>
                      <a:pt x="279042" y="144193"/>
                    </a:lnTo>
                    <a:lnTo>
                      <a:pt x="0" y="144193"/>
                    </a:lnTo>
                    <a:close/>
                  </a:path>
                </a:pathLst>
              </a:custGeom>
              <a:solidFill>
                <a:srgbClr val="BCDCF8"/>
              </a:solidFill>
              <a:ln w="47625" cap="sq">
                <a:solidFill>
                  <a:srgbClr val="7DAFDB"/>
                </a:solidFill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279042" cy="1822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r>
                  <a:rPr lang="en-US" sz="1899">
                    <a:solidFill>
                      <a:srgbClr val="000000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String</a:t>
                </a: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0"/>
              <a:ext cx="2334336" cy="826008"/>
              <a:chOff x="0" y="0"/>
              <a:chExt cx="461103" cy="163162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461103" cy="163162"/>
              </a:xfrm>
              <a:custGeom>
                <a:avLst/>
                <a:gdLst/>
                <a:ahLst/>
                <a:cxnLst/>
                <a:rect r="r" b="b" t="t" l="l"/>
                <a:pathLst>
                  <a:path h="163162" w="461103">
                    <a:moveTo>
                      <a:pt x="0" y="0"/>
                    </a:moveTo>
                    <a:lnTo>
                      <a:pt x="461103" y="0"/>
                    </a:lnTo>
                    <a:lnTo>
                      <a:pt x="461103" y="163162"/>
                    </a:lnTo>
                    <a:lnTo>
                      <a:pt x="0" y="163162"/>
                    </a:lnTo>
                    <a:close/>
                  </a:path>
                </a:pathLst>
              </a:custGeom>
              <a:solidFill>
                <a:srgbClr val="BCDCF8"/>
              </a:solidFill>
              <a:ln w="38100" cap="sq">
                <a:solidFill>
                  <a:srgbClr val="7DAFDB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47625"/>
                <a:ext cx="461103" cy="2107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9"/>
                  </a:lnSpc>
                </a:pPr>
                <a:r>
                  <a:rPr lang="en-US" b="true" sz="2599">
                    <a:solidFill>
                      <a:srgbClr val="000000"/>
                    </a:solidFill>
                    <a:latin typeface="JetBrains Mono Bold"/>
                    <a:ea typeface="JetBrains Mono Bold"/>
                    <a:cs typeface="JetBrains Mono Bold"/>
                    <a:sym typeface="JetBrains Mono Bold"/>
                  </a:rPr>
                  <a:t>Token</a:t>
                </a:r>
              </a:p>
            </p:txBody>
          </p:sp>
        </p:grpSp>
      </p:grpSp>
      <p:grpSp>
        <p:nvGrpSpPr>
          <p:cNvPr name="Group 22" id="22"/>
          <p:cNvGrpSpPr/>
          <p:nvPr/>
        </p:nvGrpSpPr>
        <p:grpSpPr>
          <a:xfrm rot="0">
            <a:off x="7846346" y="3452777"/>
            <a:ext cx="964399" cy="547481"/>
            <a:chOff x="0" y="0"/>
            <a:chExt cx="253998" cy="14419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53998" cy="144193"/>
            </a:xfrm>
            <a:custGeom>
              <a:avLst/>
              <a:gdLst/>
              <a:ahLst/>
              <a:cxnLst/>
              <a:rect r="r" b="b" t="t" l="l"/>
              <a:pathLst>
                <a:path h="144193" w="253998">
                  <a:moveTo>
                    <a:pt x="0" y="0"/>
                  </a:moveTo>
                  <a:lnTo>
                    <a:pt x="253998" y="0"/>
                  </a:lnTo>
                  <a:lnTo>
                    <a:pt x="253998" y="144193"/>
                  </a:lnTo>
                  <a:lnTo>
                    <a:pt x="0" y="144193"/>
                  </a:lnTo>
                  <a:close/>
                </a:path>
              </a:pathLst>
            </a:custGeom>
            <a:solidFill>
              <a:srgbClr val="BCDCF8"/>
            </a:solidFill>
            <a:ln w="47625" cap="sq">
              <a:solidFill>
                <a:srgbClr val="7DAFDB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53998" cy="182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type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770496" y="3452777"/>
            <a:ext cx="1671158" cy="547481"/>
            <a:chOff x="0" y="0"/>
            <a:chExt cx="440140" cy="14419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40140" cy="144193"/>
            </a:xfrm>
            <a:custGeom>
              <a:avLst/>
              <a:gdLst/>
              <a:ahLst/>
              <a:cxnLst/>
              <a:rect r="r" b="b" t="t" l="l"/>
              <a:pathLst>
                <a:path h="144193" w="440140">
                  <a:moveTo>
                    <a:pt x="0" y="0"/>
                  </a:moveTo>
                  <a:lnTo>
                    <a:pt x="440140" y="0"/>
                  </a:lnTo>
                  <a:lnTo>
                    <a:pt x="440140" y="144193"/>
                  </a:lnTo>
                  <a:lnTo>
                    <a:pt x="0" y="144193"/>
                  </a:lnTo>
                  <a:close/>
                </a:path>
              </a:pathLst>
            </a:custGeom>
            <a:solidFill>
              <a:srgbClr val="BCDCF8"/>
            </a:solidFill>
            <a:ln w="47625" cap="sq">
              <a:solidFill>
                <a:srgbClr val="7DAFDB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440140" cy="182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symbol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846346" y="2810929"/>
            <a:ext cx="2590248" cy="619506"/>
            <a:chOff x="0" y="0"/>
            <a:chExt cx="682205" cy="16316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82205" cy="163162"/>
            </a:xfrm>
            <a:custGeom>
              <a:avLst/>
              <a:gdLst/>
              <a:ahLst/>
              <a:cxnLst/>
              <a:rect r="r" b="b" t="t" l="l"/>
              <a:pathLst>
                <a:path h="163162" w="682205">
                  <a:moveTo>
                    <a:pt x="0" y="0"/>
                  </a:moveTo>
                  <a:lnTo>
                    <a:pt x="682205" y="0"/>
                  </a:lnTo>
                  <a:lnTo>
                    <a:pt x="682205" y="163162"/>
                  </a:lnTo>
                  <a:lnTo>
                    <a:pt x="0" y="163162"/>
                  </a:lnTo>
                  <a:close/>
                </a:path>
              </a:pathLst>
            </a:custGeom>
            <a:solidFill>
              <a:srgbClr val="BCDCF8"/>
            </a:solidFill>
            <a:ln w="38100" cap="sq">
              <a:solidFill>
                <a:srgbClr val="7DAFDB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682205" cy="2107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00000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Token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6424811" y="4829492"/>
            <a:ext cx="4661297" cy="570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automation “named”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155739" y="648001"/>
            <a:ext cx="3976522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Tokenizer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5308550" y="8907129"/>
            <a:ext cx="2651621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120"/>
              </a:lnSpc>
              <a:spcBef>
                <a:spcPct val="0"/>
              </a:spcBef>
            </a:pPr>
            <a:r>
              <a:rPr lang="en-US" sz="5800">
                <a:solidFill>
                  <a:srgbClr val="000000">
                    <a:alpha val="19608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tokens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bg>
      <p:bgPr>
        <a:solidFill>
          <a:srgbClr val="D5E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44832" y="6797204"/>
            <a:ext cx="2704605" cy="1119395"/>
            <a:chOff x="0" y="0"/>
            <a:chExt cx="3606140" cy="149252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762552"/>
              <a:ext cx="2249704" cy="729975"/>
              <a:chOff x="0" y="0"/>
              <a:chExt cx="444386" cy="14419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44386" cy="144193"/>
              </a:xfrm>
              <a:custGeom>
                <a:avLst/>
                <a:gdLst/>
                <a:ahLst/>
                <a:cxnLst/>
                <a:rect r="r" b="b" t="t" l="l"/>
                <a:pathLst>
                  <a:path h="144193" w="444386">
                    <a:moveTo>
                      <a:pt x="0" y="0"/>
                    </a:moveTo>
                    <a:lnTo>
                      <a:pt x="444386" y="0"/>
                    </a:lnTo>
                    <a:lnTo>
                      <a:pt x="444386" y="144193"/>
                    </a:lnTo>
                    <a:lnTo>
                      <a:pt x="0" y="144193"/>
                    </a:lnTo>
                    <a:close/>
                  </a:path>
                </a:pathLst>
              </a:custGeom>
              <a:solidFill>
                <a:srgbClr val="BCDCF8"/>
              </a:solidFill>
              <a:ln w="47625" cap="sq">
                <a:solidFill>
                  <a:srgbClr val="7DAFDB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44386" cy="1822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r>
                  <a:rPr lang="en-US" sz="1899">
                    <a:solidFill>
                      <a:srgbClr val="000000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automation</a:t>
                </a: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193488" y="762552"/>
              <a:ext cx="1412653" cy="729975"/>
              <a:chOff x="0" y="0"/>
              <a:chExt cx="279042" cy="14419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79042" cy="144193"/>
              </a:xfrm>
              <a:custGeom>
                <a:avLst/>
                <a:gdLst/>
                <a:ahLst/>
                <a:cxnLst/>
                <a:rect r="r" b="b" t="t" l="l"/>
                <a:pathLst>
                  <a:path h="144193" w="279042">
                    <a:moveTo>
                      <a:pt x="0" y="0"/>
                    </a:moveTo>
                    <a:lnTo>
                      <a:pt x="279042" y="0"/>
                    </a:lnTo>
                    <a:lnTo>
                      <a:pt x="279042" y="144193"/>
                    </a:lnTo>
                    <a:lnTo>
                      <a:pt x="0" y="144193"/>
                    </a:lnTo>
                    <a:close/>
                  </a:path>
                </a:pathLst>
              </a:custGeom>
              <a:solidFill>
                <a:srgbClr val="BCDCF8"/>
              </a:solidFill>
              <a:ln w="47625" cap="sq">
                <a:solidFill>
                  <a:srgbClr val="7DAFD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279042" cy="1822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r>
                  <a:rPr lang="en-US" sz="1899">
                    <a:solidFill>
                      <a:srgbClr val="000000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String</a:t>
                </a: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0"/>
              <a:ext cx="3599394" cy="826052"/>
              <a:chOff x="0" y="0"/>
              <a:chExt cx="710991" cy="163171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710991" cy="163171"/>
              </a:xfrm>
              <a:custGeom>
                <a:avLst/>
                <a:gdLst/>
                <a:ahLst/>
                <a:cxnLst/>
                <a:rect r="r" b="b" t="t" l="l"/>
                <a:pathLst>
                  <a:path h="163171" w="710991">
                    <a:moveTo>
                      <a:pt x="0" y="0"/>
                    </a:moveTo>
                    <a:lnTo>
                      <a:pt x="710991" y="0"/>
                    </a:lnTo>
                    <a:lnTo>
                      <a:pt x="710991" y="163171"/>
                    </a:lnTo>
                    <a:lnTo>
                      <a:pt x="0" y="163171"/>
                    </a:lnTo>
                    <a:close/>
                  </a:path>
                </a:pathLst>
              </a:custGeom>
              <a:solidFill>
                <a:srgbClr val="BCDCF8"/>
              </a:solidFill>
              <a:ln w="38100" cap="sq">
                <a:solidFill>
                  <a:srgbClr val="7DAFDB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710991" cy="2107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9"/>
                  </a:lnSpc>
                </a:pPr>
                <a:r>
                  <a:rPr lang="en-US" b="true" sz="2599">
                    <a:solidFill>
                      <a:srgbClr val="000000"/>
                    </a:solidFill>
                    <a:latin typeface="JetBrains Mono Bold"/>
                    <a:ea typeface="JetBrains Mono Bold"/>
                    <a:cs typeface="JetBrains Mono Bold"/>
                    <a:sym typeface="JetBrains Mono Bold"/>
                  </a:rPr>
                  <a:t>Token</a:t>
                </a: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7789385" y="6797220"/>
            <a:ext cx="1752966" cy="1119379"/>
            <a:chOff x="0" y="0"/>
            <a:chExt cx="2337288" cy="1492505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762530"/>
              <a:ext cx="984647" cy="729975"/>
              <a:chOff x="0" y="0"/>
              <a:chExt cx="194498" cy="14419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94498" cy="144193"/>
              </a:xfrm>
              <a:custGeom>
                <a:avLst/>
                <a:gdLst/>
                <a:ahLst/>
                <a:cxnLst/>
                <a:rect r="r" b="b" t="t" l="l"/>
                <a:pathLst>
                  <a:path h="144193" w="194498">
                    <a:moveTo>
                      <a:pt x="0" y="0"/>
                    </a:moveTo>
                    <a:lnTo>
                      <a:pt x="194498" y="0"/>
                    </a:lnTo>
                    <a:lnTo>
                      <a:pt x="194498" y="144193"/>
                    </a:lnTo>
                    <a:lnTo>
                      <a:pt x="0" y="144193"/>
                    </a:lnTo>
                    <a:close/>
                  </a:path>
                </a:pathLst>
              </a:custGeom>
              <a:solidFill>
                <a:srgbClr val="BCDCF8"/>
              </a:solidFill>
              <a:ln w="47625" cap="sq">
                <a:solidFill>
                  <a:srgbClr val="7DAFDB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94498" cy="1822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r>
                  <a:rPr lang="en-US" sz="1899">
                    <a:solidFill>
                      <a:srgbClr val="000000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Str</a:t>
                </a: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924636" y="762530"/>
              <a:ext cx="1412653" cy="729975"/>
              <a:chOff x="0" y="0"/>
              <a:chExt cx="279042" cy="144193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79042" cy="144193"/>
              </a:xfrm>
              <a:custGeom>
                <a:avLst/>
                <a:gdLst/>
                <a:ahLst/>
                <a:cxnLst/>
                <a:rect r="r" b="b" t="t" l="l"/>
                <a:pathLst>
                  <a:path h="144193" w="279042">
                    <a:moveTo>
                      <a:pt x="0" y="0"/>
                    </a:moveTo>
                    <a:lnTo>
                      <a:pt x="279042" y="0"/>
                    </a:lnTo>
                    <a:lnTo>
                      <a:pt x="279042" y="144193"/>
                    </a:lnTo>
                    <a:lnTo>
                      <a:pt x="0" y="144193"/>
                    </a:lnTo>
                    <a:close/>
                  </a:path>
                </a:pathLst>
              </a:custGeom>
              <a:solidFill>
                <a:srgbClr val="BCDCF8"/>
              </a:solidFill>
              <a:ln w="47625" cap="sq">
                <a:solidFill>
                  <a:srgbClr val="7DAFDB"/>
                </a:solidFill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279042" cy="1822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r>
                  <a:rPr lang="en-US" sz="1899">
                    <a:solidFill>
                      <a:srgbClr val="000000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String</a:t>
                </a: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0"/>
              <a:ext cx="2334336" cy="826008"/>
              <a:chOff x="0" y="0"/>
              <a:chExt cx="461103" cy="163162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461103" cy="163162"/>
              </a:xfrm>
              <a:custGeom>
                <a:avLst/>
                <a:gdLst/>
                <a:ahLst/>
                <a:cxnLst/>
                <a:rect r="r" b="b" t="t" l="l"/>
                <a:pathLst>
                  <a:path h="163162" w="461103">
                    <a:moveTo>
                      <a:pt x="0" y="0"/>
                    </a:moveTo>
                    <a:lnTo>
                      <a:pt x="461103" y="0"/>
                    </a:lnTo>
                    <a:lnTo>
                      <a:pt x="461103" y="163162"/>
                    </a:lnTo>
                    <a:lnTo>
                      <a:pt x="0" y="163162"/>
                    </a:lnTo>
                    <a:close/>
                  </a:path>
                </a:pathLst>
              </a:custGeom>
              <a:solidFill>
                <a:srgbClr val="BCDCF8"/>
              </a:solidFill>
              <a:ln w="38100" cap="sq">
                <a:solidFill>
                  <a:srgbClr val="7DAFDB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47625"/>
                <a:ext cx="461103" cy="2107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9"/>
                  </a:lnSpc>
                </a:pPr>
                <a:r>
                  <a:rPr lang="en-US" b="true" sz="2599">
                    <a:solidFill>
                      <a:srgbClr val="000000"/>
                    </a:solidFill>
                    <a:latin typeface="JetBrains Mono Bold"/>
                    <a:ea typeface="JetBrains Mono Bold"/>
                    <a:cs typeface="JetBrains Mono Bold"/>
                    <a:sym typeface="JetBrains Mono Bold"/>
                  </a:rPr>
                  <a:t>Token</a:t>
                </a:r>
              </a:p>
            </p:txBody>
          </p:sp>
        </p:grpSp>
      </p:grpSp>
      <p:grpSp>
        <p:nvGrpSpPr>
          <p:cNvPr name="Group 22" id="22"/>
          <p:cNvGrpSpPr/>
          <p:nvPr/>
        </p:nvGrpSpPr>
        <p:grpSpPr>
          <a:xfrm rot="0">
            <a:off x="9589976" y="6797220"/>
            <a:ext cx="1748135" cy="1119379"/>
            <a:chOff x="0" y="0"/>
            <a:chExt cx="2330847" cy="1492505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762530"/>
              <a:ext cx="984647" cy="729975"/>
              <a:chOff x="0" y="0"/>
              <a:chExt cx="194498" cy="144193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94498" cy="144193"/>
              </a:xfrm>
              <a:custGeom>
                <a:avLst/>
                <a:gdLst/>
                <a:ahLst/>
                <a:cxnLst/>
                <a:rect r="r" b="b" t="t" l="l"/>
                <a:pathLst>
                  <a:path h="144193" w="194498">
                    <a:moveTo>
                      <a:pt x="0" y="0"/>
                    </a:moveTo>
                    <a:lnTo>
                      <a:pt x="194498" y="0"/>
                    </a:lnTo>
                    <a:lnTo>
                      <a:pt x="194498" y="144193"/>
                    </a:lnTo>
                    <a:lnTo>
                      <a:pt x="0" y="144193"/>
                    </a:lnTo>
                    <a:close/>
                  </a:path>
                </a:pathLst>
              </a:custGeom>
              <a:solidFill>
                <a:srgbClr val="BCDCF8"/>
              </a:solidFill>
              <a:ln w="47625" cap="sq">
                <a:solidFill>
                  <a:srgbClr val="7DAFDB"/>
                </a:solidFill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194498" cy="1822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r>
                  <a:rPr lang="en-US" sz="1899">
                    <a:solidFill>
                      <a:srgbClr val="000000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{</a:t>
                </a: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918194" y="762530"/>
              <a:ext cx="1412653" cy="729975"/>
              <a:chOff x="0" y="0"/>
              <a:chExt cx="279042" cy="144193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279042" cy="144193"/>
              </a:xfrm>
              <a:custGeom>
                <a:avLst/>
                <a:gdLst/>
                <a:ahLst/>
                <a:cxnLst/>
                <a:rect r="r" b="b" t="t" l="l"/>
                <a:pathLst>
                  <a:path h="144193" w="279042">
                    <a:moveTo>
                      <a:pt x="0" y="0"/>
                    </a:moveTo>
                    <a:lnTo>
                      <a:pt x="279042" y="0"/>
                    </a:lnTo>
                    <a:lnTo>
                      <a:pt x="279042" y="144193"/>
                    </a:lnTo>
                    <a:lnTo>
                      <a:pt x="0" y="144193"/>
                    </a:lnTo>
                    <a:close/>
                  </a:path>
                </a:pathLst>
              </a:custGeom>
              <a:solidFill>
                <a:srgbClr val="BCDCF8"/>
              </a:solidFill>
              <a:ln w="47625" cap="sq">
                <a:solidFill>
                  <a:srgbClr val="7DAFDB"/>
                </a:solidFill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279042" cy="1822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r>
                  <a:rPr lang="en-US" sz="1899">
                    <a:solidFill>
                      <a:srgbClr val="000000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String</a:t>
                </a: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0" y="0"/>
              <a:ext cx="2327894" cy="826008"/>
              <a:chOff x="0" y="0"/>
              <a:chExt cx="459831" cy="163162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459831" cy="163162"/>
              </a:xfrm>
              <a:custGeom>
                <a:avLst/>
                <a:gdLst/>
                <a:ahLst/>
                <a:cxnLst/>
                <a:rect r="r" b="b" t="t" l="l"/>
                <a:pathLst>
                  <a:path h="163162" w="459831">
                    <a:moveTo>
                      <a:pt x="0" y="0"/>
                    </a:moveTo>
                    <a:lnTo>
                      <a:pt x="459831" y="0"/>
                    </a:lnTo>
                    <a:lnTo>
                      <a:pt x="459831" y="163162"/>
                    </a:lnTo>
                    <a:lnTo>
                      <a:pt x="0" y="163162"/>
                    </a:lnTo>
                    <a:close/>
                  </a:path>
                </a:pathLst>
              </a:custGeom>
              <a:solidFill>
                <a:srgbClr val="BCDCF8"/>
              </a:solidFill>
              <a:ln w="38100" cap="sq">
                <a:solidFill>
                  <a:srgbClr val="7DAFDB"/>
                </a:solidFill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47625"/>
                <a:ext cx="459831" cy="2107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9"/>
                  </a:lnSpc>
                </a:pPr>
                <a:r>
                  <a:rPr lang="en-US" b="true" sz="2599">
                    <a:solidFill>
                      <a:srgbClr val="000000"/>
                    </a:solidFill>
                    <a:latin typeface="JetBrains Mono Bold"/>
                    <a:ea typeface="JetBrains Mono Bold"/>
                    <a:cs typeface="JetBrains Mono Bold"/>
                    <a:sym typeface="JetBrains Mono Bold"/>
                  </a:rPr>
                  <a:t>Token</a:t>
                </a:r>
              </a:p>
            </p:txBody>
          </p:sp>
        </p:grpSp>
      </p:grpSp>
      <p:grpSp>
        <p:nvGrpSpPr>
          <p:cNvPr name="Group 32" id="32"/>
          <p:cNvGrpSpPr/>
          <p:nvPr/>
        </p:nvGrpSpPr>
        <p:grpSpPr>
          <a:xfrm rot="0">
            <a:off x="11385736" y="6797220"/>
            <a:ext cx="1748135" cy="1119379"/>
            <a:chOff x="0" y="0"/>
            <a:chExt cx="2330847" cy="1492505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762530"/>
              <a:ext cx="984647" cy="729975"/>
              <a:chOff x="0" y="0"/>
              <a:chExt cx="194498" cy="144193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94498" cy="144193"/>
              </a:xfrm>
              <a:custGeom>
                <a:avLst/>
                <a:gdLst/>
                <a:ahLst/>
                <a:cxnLst/>
                <a:rect r="r" b="b" t="t" l="l"/>
                <a:pathLst>
                  <a:path h="144193" w="194498">
                    <a:moveTo>
                      <a:pt x="0" y="0"/>
                    </a:moveTo>
                    <a:lnTo>
                      <a:pt x="194498" y="0"/>
                    </a:lnTo>
                    <a:lnTo>
                      <a:pt x="194498" y="144193"/>
                    </a:lnTo>
                    <a:lnTo>
                      <a:pt x="0" y="144193"/>
                    </a:lnTo>
                    <a:close/>
                  </a:path>
                </a:pathLst>
              </a:custGeom>
              <a:solidFill>
                <a:srgbClr val="BCDCF8"/>
              </a:solidFill>
              <a:ln w="47625" cap="sq">
                <a:solidFill>
                  <a:srgbClr val="7DAFDB"/>
                </a:solidFill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38100"/>
                <a:ext cx="194498" cy="1822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r>
                  <a:rPr lang="en-US" sz="1899">
                    <a:solidFill>
                      <a:srgbClr val="000000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}</a:t>
                </a: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918194" y="762530"/>
              <a:ext cx="1412653" cy="729975"/>
              <a:chOff x="0" y="0"/>
              <a:chExt cx="279042" cy="144193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279042" cy="144193"/>
              </a:xfrm>
              <a:custGeom>
                <a:avLst/>
                <a:gdLst/>
                <a:ahLst/>
                <a:cxnLst/>
                <a:rect r="r" b="b" t="t" l="l"/>
                <a:pathLst>
                  <a:path h="144193" w="279042">
                    <a:moveTo>
                      <a:pt x="0" y="0"/>
                    </a:moveTo>
                    <a:lnTo>
                      <a:pt x="279042" y="0"/>
                    </a:lnTo>
                    <a:lnTo>
                      <a:pt x="279042" y="144193"/>
                    </a:lnTo>
                    <a:lnTo>
                      <a:pt x="0" y="144193"/>
                    </a:lnTo>
                    <a:close/>
                  </a:path>
                </a:pathLst>
              </a:custGeom>
              <a:solidFill>
                <a:srgbClr val="BCDCF8"/>
              </a:solidFill>
              <a:ln w="47625" cap="sq">
                <a:solidFill>
                  <a:srgbClr val="7DAFDB"/>
                </a:solidFill>
                <a:prstDash val="solid"/>
                <a:miter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38100"/>
                <a:ext cx="279042" cy="1822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r>
                  <a:rPr lang="en-US" sz="1899">
                    <a:solidFill>
                      <a:srgbClr val="000000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String</a:t>
                </a: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0" y="0"/>
              <a:ext cx="2330847" cy="826008"/>
              <a:chOff x="0" y="0"/>
              <a:chExt cx="460414" cy="163162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460414" cy="163162"/>
              </a:xfrm>
              <a:custGeom>
                <a:avLst/>
                <a:gdLst/>
                <a:ahLst/>
                <a:cxnLst/>
                <a:rect r="r" b="b" t="t" l="l"/>
                <a:pathLst>
                  <a:path h="163162" w="460414">
                    <a:moveTo>
                      <a:pt x="0" y="0"/>
                    </a:moveTo>
                    <a:lnTo>
                      <a:pt x="460414" y="0"/>
                    </a:lnTo>
                    <a:lnTo>
                      <a:pt x="460414" y="163162"/>
                    </a:lnTo>
                    <a:lnTo>
                      <a:pt x="0" y="163162"/>
                    </a:lnTo>
                    <a:close/>
                  </a:path>
                </a:pathLst>
              </a:custGeom>
              <a:solidFill>
                <a:srgbClr val="BCDCF8"/>
              </a:solidFill>
              <a:ln w="38100" cap="sq">
                <a:solidFill>
                  <a:srgbClr val="7DAFDB"/>
                </a:solidFill>
                <a:prstDash val="solid"/>
                <a:miter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47625"/>
                <a:ext cx="460414" cy="2107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9"/>
                  </a:lnSpc>
                </a:pPr>
                <a:r>
                  <a:rPr lang="en-US" b="true" sz="2599">
                    <a:solidFill>
                      <a:srgbClr val="000000"/>
                    </a:solidFill>
                    <a:latin typeface="JetBrains Mono Bold"/>
                    <a:ea typeface="JetBrains Mono Bold"/>
                    <a:cs typeface="JetBrains Mono Bold"/>
                    <a:sym typeface="JetBrains Mono Bold"/>
                  </a:rPr>
                  <a:t>Token</a:t>
                </a:r>
              </a:p>
            </p:txBody>
          </p:sp>
        </p:grpSp>
      </p:grpSp>
      <p:grpSp>
        <p:nvGrpSpPr>
          <p:cNvPr name="Group 42" id="42"/>
          <p:cNvGrpSpPr/>
          <p:nvPr/>
        </p:nvGrpSpPr>
        <p:grpSpPr>
          <a:xfrm rot="0">
            <a:off x="7846346" y="3452777"/>
            <a:ext cx="964399" cy="547481"/>
            <a:chOff x="0" y="0"/>
            <a:chExt cx="253998" cy="14419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53998" cy="144193"/>
            </a:xfrm>
            <a:custGeom>
              <a:avLst/>
              <a:gdLst/>
              <a:ahLst/>
              <a:cxnLst/>
              <a:rect r="r" b="b" t="t" l="l"/>
              <a:pathLst>
                <a:path h="144193" w="253998">
                  <a:moveTo>
                    <a:pt x="0" y="0"/>
                  </a:moveTo>
                  <a:lnTo>
                    <a:pt x="253998" y="0"/>
                  </a:lnTo>
                  <a:lnTo>
                    <a:pt x="253998" y="144193"/>
                  </a:lnTo>
                  <a:lnTo>
                    <a:pt x="0" y="144193"/>
                  </a:lnTo>
                  <a:close/>
                </a:path>
              </a:pathLst>
            </a:custGeom>
            <a:solidFill>
              <a:srgbClr val="BCDCF8"/>
            </a:solidFill>
            <a:ln w="47625" cap="sq">
              <a:solidFill>
                <a:srgbClr val="7DAFDB"/>
              </a:solidFill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253998" cy="182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type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8770496" y="3452777"/>
            <a:ext cx="1671158" cy="547481"/>
            <a:chOff x="0" y="0"/>
            <a:chExt cx="440140" cy="14419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40140" cy="144193"/>
            </a:xfrm>
            <a:custGeom>
              <a:avLst/>
              <a:gdLst/>
              <a:ahLst/>
              <a:cxnLst/>
              <a:rect r="r" b="b" t="t" l="l"/>
              <a:pathLst>
                <a:path h="144193" w="440140">
                  <a:moveTo>
                    <a:pt x="0" y="0"/>
                  </a:moveTo>
                  <a:lnTo>
                    <a:pt x="440140" y="0"/>
                  </a:lnTo>
                  <a:lnTo>
                    <a:pt x="440140" y="144193"/>
                  </a:lnTo>
                  <a:lnTo>
                    <a:pt x="0" y="144193"/>
                  </a:lnTo>
                  <a:close/>
                </a:path>
              </a:pathLst>
            </a:custGeom>
            <a:solidFill>
              <a:srgbClr val="BCDCF8"/>
            </a:solidFill>
            <a:ln w="47625" cap="sq">
              <a:solidFill>
                <a:srgbClr val="7DAFDB"/>
              </a:solidFill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440140" cy="182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symbol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7846346" y="2810929"/>
            <a:ext cx="2590248" cy="619506"/>
            <a:chOff x="0" y="0"/>
            <a:chExt cx="682205" cy="16316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82205" cy="163162"/>
            </a:xfrm>
            <a:custGeom>
              <a:avLst/>
              <a:gdLst/>
              <a:ahLst/>
              <a:cxnLst/>
              <a:rect r="r" b="b" t="t" l="l"/>
              <a:pathLst>
                <a:path h="163162" w="682205">
                  <a:moveTo>
                    <a:pt x="0" y="0"/>
                  </a:moveTo>
                  <a:lnTo>
                    <a:pt x="682205" y="0"/>
                  </a:lnTo>
                  <a:lnTo>
                    <a:pt x="682205" y="163162"/>
                  </a:lnTo>
                  <a:lnTo>
                    <a:pt x="0" y="163162"/>
                  </a:lnTo>
                  <a:close/>
                </a:path>
              </a:pathLst>
            </a:custGeom>
            <a:solidFill>
              <a:srgbClr val="BCDCF8"/>
            </a:solidFill>
            <a:ln w="38100" cap="sq">
              <a:solidFill>
                <a:srgbClr val="7DAFDB"/>
              </a:solidFill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682205" cy="2107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00000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Token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6424811" y="4829492"/>
            <a:ext cx="5438379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automation “named” {}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7155739" y="648001"/>
            <a:ext cx="3976522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Tokenizer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5308550" y="8907129"/>
            <a:ext cx="2651621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120"/>
              </a:lnSpc>
              <a:spcBef>
                <a:spcPct val="0"/>
              </a:spcBef>
            </a:pPr>
            <a:r>
              <a:rPr lang="en-US" sz="5800">
                <a:solidFill>
                  <a:srgbClr val="000000">
                    <a:alpha val="19608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tokens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bg>
      <p:bgPr>
        <a:solidFill>
          <a:srgbClr val="D5E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44832" y="6797204"/>
            <a:ext cx="2704605" cy="1119395"/>
            <a:chOff x="0" y="0"/>
            <a:chExt cx="3606140" cy="149252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762552"/>
              <a:ext cx="2249704" cy="729975"/>
              <a:chOff x="0" y="0"/>
              <a:chExt cx="444386" cy="14419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44386" cy="144193"/>
              </a:xfrm>
              <a:custGeom>
                <a:avLst/>
                <a:gdLst/>
                <a:ahLst/>
                <a:cxnLst/>
                <a:rect r="r" b="b" t="t" l="l"/>
                <a:pathLst>
                  <a:path h="144193" w="444386">
                    <a:moveTo>
                      <a:pt x="0" y="0"/>
                    </a:moveTo>
                    <a:lnTo>
                      <a:pt x="444386" y="0"/>
                    </a:lnTo>
                    <a:lnTo>
                      <a:pt x="444386" y="144193"/>
                    </a:lnTo>
                    <a:lnTo>
                      <a:pt x="0" y="144193"/>
                    </a:lnTo>
                    <a:close/>
                  </a:path>
                </a:pathLst>
              </a:custGeom>
              <a:solidFill>
                <a:srgbClr val="BCDCF8"/>
              </a:solidFill>
              <a:ln w="47625" cap="sq">
                <a:solidFill>
                  <a:srgbClr val="7DAFDB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44386" cy="1822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r>
                  <a:rPr lang="en-US" sz="1899">
                    <a:solidFill>
                      <a:srgbClr val="000000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automation</a:t>
                </a: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193488" y="762552"/>
              <a:ext cx="1412653" cy="729975"/>
              <a:chOff x="0" y="0"/>
              <a:chExt cx="279042" cy="14419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79042" cy="144193"/>
              </a:xfrm>
              <a:custGeom>
                <a:avLst/>
                <a:gdLst/>
                <a:ahLst/>
                <a:cxnLst/>
                <a:rect r="r" b="b" t="t" l="l"/>
                <a:pathLst>
                  <a:path h="144193" w="279042">
                    <a:moveTo>
                      <a:pt x="0" y="0"/>
                    </a:moveTo>
                    <a:lnTo>
                      <a:pt x="279042" y="0"/>
                    </a:lnTo>
                    <a:lnTo>
                      <a:pt x="279042" y="144193"/>
                    </a:lnTo>
                    <a:lnTo>
                      <a:pt x="0" y="144193"/>
                    </a:lnTo>
                    <a:close/>
                  </a:path>
                </a:pathLst>
              </a:custGeom>
              <a:solidFill>
                <a:srgbClr val="BCDCF8"/>
              </a:solidFill>
              <a:ln w="47625" cap="sq">
                <a:solidFill>
                  <a:srgbClr val="7DAFD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279042" cy="1822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r>
                  <a:rPr lang="en-US" sz="1899">
                    <a:solidFill>
                      <a:srgbClr val="000000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String</a:t>
                </a: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0"/>
              <a:ext cx="3599394" cy="826052"/>
              <a:chOff x="0" y="0"/>
              <a:chExt cx="710991" cy="163171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710991" cy="163171"/>
              </a:xfrm>
              <a:custGeom>
                <a:avLst/>
                <a:gdLst/>
                <a:ahLst/>
                <a:cxnLst/>
                <a:rect r="r" b="b" t="t" l="l"/>
                <a:pathLst>
                  <a:path h="163171" w="710991">
                    <a:moveTo>
                      <a:pt x="0" y="0"/>
                    </a:moveTo>
                    <a:lnTo>
                      <a:pt x="710991" y="0"/>
                    </a:lnTo>
                    <a:lnTo>
                      <a:pt x="710991" y="163171"/>
                    </a:lnTo>
                    <a:lnTo>
                      <a:pt x="0" y="163171"/>
                    </a:lnTo>
                    <a:close/>
                  </a:path>
                </a:pathLst>
              </a:custGeom>
              <a:solidFill>
                <a:srgbClr val="BCDCF8"/>
              </a:solidFill>
              <a:ln w="38100" cap="sq">
                <a:solidFill>
                  <a:srgbClr val="7DAFDB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710991" cy="2107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9"/>
                  </a:lnSpc>
                </a:pPr>
                <a:r>
                  <a:rPr lang="en-US" b="true" sz="2599">
                    <a:solidFill>
                      <a:srgbClr val="000000"/>
                    </a:solidFill>
                    <a:latin typeface="JetBrains Mono Bold"/>
                    <a:ea typeface="JetBrains Mono Bold"/>
                    <a:cs typeface="JetBrains Mono Bold"/>
                    <a:sym typeface="JetBrains Mono Bold"/>
                  </a:rPr>
                  <a:t>Token</a:t>
                </a: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7789385" y="6797220"/>
            <a:ext cx="1752966" cy="1119379"/>
            <a:chOff x="0" y="0"/>
            <a:chExt cx="2337288" cy="1492505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762530"/>
              <a:ext cx="984647" cy="729975"/>
              <a:chOff x="0" y="0"/>
              <a:chExt cx="194498" cy="14419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94498" cy="144193"/>
              </a:xfrm>
              <a:custGeom>
                <a:avLst/>
                <a:gdLst/>
                <a:ahLst/>
                <a:cxnLst/>
                <a:rect r="r" b="b" t="t" l="l"/>
                <a:pathLst>
                  <a:path h="144193" w="194498">
                    <a:moveTo>
                      <a:pt x="0" y="0"/>
                    </a:moveTo>
                    <a:lnTo>
                      <a:pt x="194498" y="0"/>
                    </a:lnTo>
                    <a:lnTo>
                      <a:pt x="194498" y="144193"/>
                    </a:lnTo>
                    <a:lnTo>
                      <a:pt x="0" y="144193"/>
                    </a:lnTo>
                    <a:close/>
                  </a:path>
                </a:pathLst>
              </a:custGeom>
              <a:solidFill>
                <a:srgbClr val="BCDCF8"/>
              </a:solidFill>
              <a:ln w="47625" cap="sq">
                <a:solidFill>
                  <a:srgbClr val="7DAFDB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94498" cy="1822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r>
                  <a:rPr lang="en-US" sz="1899">
                    <a:solidFill>
                      <a:srgbClr val="000000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Str</a:t>
                </a: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924636" y="762530"/>
              <a:ext cx="1412653" cy="729975"/>
              <a:chOff x="0" y="0"/>
              <a:chExt cx="279042" cy="144193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79042" cy="144193"/>
              </a:xfrm>
              <a:custGeom>
                <a:avLst/>
                <a:gdLst/>
                <a:ahLst/>
                <a:cxnLst/>
                <a:rect r="r" b="b" t="t" l="l"/>
                <a:pathLst>
                  <a:path h="144193" w="279042">
                    <a:moveTo>
                      <a:pt x="0" y="0"/>
                    </a:moveTo>
                    <a:lnTo>
                      <a:pt x="279042" y="0"/>
                    </a:lnTo>
                    <a:lnTo>
                      <a:pt x="279042" y="144193"/>
                    </a:lnTo>
                    <a:lnTo>
                      <a:pt x="0" y="144193"/>
                    </a:lnTo>
                    <a:close/>
                  </a:path>
                </a:pathLst>
              </a:custGeom>
              <a:solidFill>
                <a:srgbClr val="BCDCF8"/>
              </a:solidFill>
              <a:ln w="47625" cap="sq">
                <a:solidFill>
                  <a:srgbClr val="7DAFDB"/>
                </a:solidFill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279042" cy="1822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r>
                  <a:rPr lang="en-US" sz="1899">
                    <a:solidFill>
                      <a:srgbClr val="000000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String</a:t>
                </a: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0"/>
              <a:ext cx="2334336" cy="826008"/>
              <a:chOff x="0" y="0"/>
              <a:chExt cx="461103" cy="163162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461103" cy="163162"/>
              </a:xfrm>
              <a:custGeom>
                <a:avLst/>
                <a:gdLst/>
                <a:ahLst/>
                <a:cxnLst/>
                <a:rect r="r" b="b" t="t" l="l"/>
                <a:pathLst>
                  <a:path h="163162" w="461103">
                    <a:moveTo>
                      <a:pt x="0" y="0"/>
                    </a:moveTo>
                    <a:lnTo>
                      <a:pt x="461103" y="0"/>
                    </a:lnTo>
                    <a:lnTo>
                      <a:pt x="461103" y="163162"/>
                    </a:lnTo>
                    <a:lnTo>
                      <a:pt x="0" y="163162"/>
                    </a:lnTo>
                    <a:close/>
                  </a:path>
                </a:pathLst>
              </a:custGeom>
              <a:solidFill>
                <a:srgbClr val="BCDCF8"/>
              </a:solidFill>
              <a:ln w="38100" cap="sq">
                <a:solidFill>
                  <a:srgbClr val="7DAFDB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47625"/>
                <a:ext cx="461103" cy="2107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9"/>
                  </a:lnSpc>
                </a:pPr>
                <a:r>
                  <a:rPr lang="en-US" b="true" sz="2599">
                    <a:solidFill>
                      <a:srgbClr val="000000"/>
                    </a:solidFill>
                    <a:latin typeface="JetBrains Mono Bold"/>
                    <a:ea typeface="JetBrains Mono Bold"/>
                    <a:cs typeface="JetBrains Mono Bold"/>
                    <a:sym typeface="JetBrains Mono Bold"/>
                  </a:rPr>
                  <a:t>Token</a:t>
                </a:r>
              </a:p>
            </p:txBody>
          </p:sp>
        </p:grpSp>
      </p:grpSp>
      <p:grpSp>
        <p:nvGrpSpPr>
          <p:cNvPr name="Group 22" id="22"/>
          <p:cNvGrpSpPr/>
          <p:nvPr/>
        </p:nvGrpSpPr>
        <p:grpSpPr>
          <a:xfrm rot="0">
            <a:off x="9589976" y="6797220"/>
            <a:ext cx="1748135" cy="1119379"/>
            <a:chOff x="0" y="0"/>
            <a:chExt cx="2330847" cy="1492505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762530"/>
              <a:ext cx="984647" cy="729975"/>
              <a:chOff x="0" y="0"/>
              <a:chExt cx="194498" cy="144193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94498" cy="144193"/>
              </a:xfrm>
              <a:custGeom>
                <a:avLst/>
                <a:gdLst/>
                <a:ahLst/>
                <a:cxnLst/>
                <a:rect r="r" b="b" t="t" l="l"/>
                <a:pathLst>
                  <a:path h="144193" w="194498">
                    <a:moveTo>
                      <a:pt x="0" y="0"/>
                    </a:moveTo>
                    <a:lnTo>
                      <a:pt x="194498" y="0"/>
                    </a:lnTo>
                    <a:lnTo>
                      <a:pt x="194498" y="144193"/>
                    </a:lnTo>
                    <a:lnTo>
                      <a:pt x="0" y="144193"/>
                    </a:lnTo>
                    <a:close/>
                  </a:path>
                </a:pathLst>
              </a:custGeom>
              <a:solidFill>
                <a:srgbClr val="BCDCF8"/>
              </a:solidFill>
              <a:ln w="47625" cap="sq">
                <a:solidFill>
                  <a:srgbClr val="7DAFDB"/>
                </a:solidFill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194498" cy="1822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r>
                  <a:rPr lang="en-US" sz="1899">
                    <a:solidFill>
                      <a:srgbClr val="000000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{</a:t>
                </a: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918194" y="762530"/>
              <a:ext cx="1412653" cy="729975"/>
              <a:chOff x="0" y="0"/>
              <a:chExt cx="279042" cy="144193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279042" cy="144193"/>
              </a:xfrm>
              <a:custGeom>
                <a:avLst/>
                <a:gdLst/>
                <a:ahLst/>
                <a:cxnLst/>
                <a:rect r="r" b="b" t="t" l="l"/>
                <a:pathLst>
                  <a:path h="144193" w="279042">
                    <a:moveTo>
                      <a:pt x="0" y="0"/>
                    </a:moveTo>
                    <a:lnTo>
                      <a:pt x="279042" y="0"/>
                    </a:lnTo>
                    <a:lnTo>
                      <a:pt x="279042" y="144193"/>
                    </a:lnTo>
                    <a:lnTo>
                      <a:pt x="0" y="144193"/>
                    </a:lnTo>
                    <a:close/>
                  </a:path>
                </a:pathLst>
              </a:custGeom>
              <a:solidFill>
                <a:srgbClr val="BCDCF8"/>
              </a:solidFill>
              <a:ln w="47625" cap="sq">
                <a:solidFill>
                  <a:srgbClr val="7DAFDB"/>
                </a:solidFill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279042" cy="1822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r>
                  <a:rPr lang="en-US" sz="1899">
                    <a:solidFill>
                      <a:srgbClr val="000000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String</a:t>
                </a: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0" y="0"/>
              <a:ext cx="2327894" cy="826008"/>
              <a:chOff x="0" y="0"/>
              <a:chExt cx="459831" cy="163162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459831" cy="163162"/>
              </a:xfrm>
              <a:custGeom>
                <a:avLst/>
                <a:gdLst/>
                <a:ahLst/>
                <a:cxnLst/>
                <a:rect r="r" b="b" t="t" l="l"/>
                <a:pathLst>
                  <a:path h="163162" w="459831">
                    <a:moveTo>
                      <a:pt x="0" y="0"/>
                    </a:moveTo>
                    <a:lnTo>
                      <a:pt x="459831" y="0"/>
                    </a:lnTo>
                    <a:lnTo>
                      <a:pt x="459831" y="163162"/>
                    </a:lnTo>
                    <a:lnTo>
                      <a:pt x="0" y="163162"/>
                    </a:lnTo>
                    <a:close/>
                  </a:path>
                </a:pathLst>
              </a:custGeom>
              <a:solidFill>
                <a:srgbClr val="BCDCF8"/>
              </a:solidFill>
              <a:ln w="38100" cap="sq">
                <a:solidFill>
                  <a:srgbClr val="7DAFDB"/>
                </a:solidFill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47625"/>
                <a:ext cx="459831" cy="2107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9"/>
                  </a:lnSpc>
                </a:pPr>
                <a:r>
                  <a:rPr lang="en-US" b="true" sz="2599">
                    <a:solidFill>
                      <a:srgbClr val="000000"/>
                    </a:solidFill>
                    <a:latin typeface="JetBrains Mono Bold"/>
                    <a:ea typeface="JetBrains Mono Bold"/>
                    <a:cs typeface="JetBrains Mono Bold"/>
                    <a:sym typeface="JetBrains Mono Bold"/>
                  </a:rPr>
                  <a:t>Token</a:t>
                </a:r>
              </a:p>
            </p:txBody>
          </p:sp>
        </p:grpSp>
      </p:grpSp>
      <p:grpSp>
        <p:nvGrpSpPr>
          <p:cNvPr name="Group 32" id="32"/>
          <p:cNvGrpSpPr/>
          <p:nvPr/>
        </p:nvGrpSpPr>
        <p:grpSpPr>
          <a:xfrm rot="0">
            <a:off x="11385736" y="6797220"/>
            <a:ext cx="1748135" cy="1119379"/>
            <a:chOff x="0" y="0"/>
            <a:chExt cx="2330847" cy="1492505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762530"/>
              <a:ext cx="984647" cy="729975"/>
              <a:chOff x="0" y="0"/>
              <a:chExt cx="194498" cy="144193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94498" cy="144193"/>
              </a:xfrm>
              <a:custGeom>
                <a:avLst/>
                <a:gdLst/>
                <a:ahLst/>
                <a:cxnLst/>
                <a:rect r="r" b="b" t="t" l="l"/>
                <a:pathLst>
                  <a:path h="144193" w="194498">
                    <a:moveTo>
                      <a:pt x="0" y="0"/>
                    </a:moveTo>
                    <a:lnTo>
                      <a:pt x="194498" y="0"/>
                    </a:lnTo>
                    <a:lnTo>
                      <a:pt x="194498" y="144193"/>
                    </a:lnTo>
                    <a:lnTo>
                      <a:pt x="0" y="144193"/>
                    </a:lnTo>
                    <a:close/>
                  </a:path>
                </a:pathLst>
              </a:custGeom>
              <a:solidFill>
                <a:srgbClr val="BCDCF8"/>
              </a:solidFill>
              <a:ln w="47625" cap="sq">
                <a:solidFill>
                  <a:srgbClr val="7DAFDB"/>
                </a:solidFill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38100"/>
                <a:ext cx="194498" cy="1822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r>
                  <a:rPr lang="en-US" sz="1899">
                    <a:solidFill>
                      <a:srgbClr val="000000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}</a:t>
                </a: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918194" y="762530"/>
              <a:ext cx="1412653" cy="729975"/>
              <a:chOff x="0" y="0"/>
              <a:chExt cx="279042" cy="144193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279042" cy="144193"/>
              </a:xfrm>
              <a:custGeom>
                <a:avLst/>
                <a:gdLst/>
                <a:ahLst/>
                <a:cxnLst/>
                <a:rect r="r" b="b" t="t" l="l"/>
                <a:pathLst>
                  <a:path h="144193" w="279042">
                    <a:moveTo>
                      <a:pt x="0" y="0"/>
                    </a:moveTo>
                    <a:lnTo>
                      <a:pt x="279042" y="0"/>
                    </a:lnTo>
                    <a:lnTo>
                      <a:pt x="279042" y="144193"/>
                    </a:lnTo>
                    <a:lnTo>
                      <a:pt x="0" y="144193"/>
                    </a:lnTo>
                    <a:close/>
                  </a:path>
                </a:pathLst>
              </a:custGeom>
              <a:solidFill>
                <a:srgbClr val="BCDCF8"/>
              </a:solidFill>
              <a:ln w="47625" cap="sq">
                <a:solidFill>
                  <a:srgbClr val="7DAFDB"/>
                </a:solidFill>
                <a:prstDash val="solid"/>
                <a:miter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38100"/>
                <a:ext cx="279042" cy="1822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r>
                  <a:rPr lang="en-US" sz="1899">
                    <a:solidFill>
                      <a:srgbClr val="000000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String</a:t>
                </a: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0" y="0"/>
              <a:ext cx="2330847" cy="826008"/>
              <a:chOff x="0" y="0"/>
              <a:chExt cx="460414" cy="163162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460414" cy="163162"/>
              </a:xfrm>
              <a:custGeom>
                <a:avLst/>
                <a:gdLst/>
                <a:ahLst/>
                <a:cxnLst/>
                <a:rect r="r" b="b" t="t" l="l"/>
                <a:pathLst>
                  <a:path h="163162" w="460414">
                    <a:moveTo>
                      <a:pt x="0" y="0"/>
                    </a:moveTo>
                    <a:lnTo>
                      <a:pt x="460414" y="0"/>
                    </a:lnTo>
                    <a:lnTo>
                      <a:pt x="460414" y="163162"/>
                    </a:lnTo>
                    <a:lnTo>
                      <a:pt x="0" y="163162"/>
                    </a:lnTo>
                    <a:close/>
                  </a:path>
                </a:pathLst>
              </a:custGeom>
              <a:solidFill>
                <a:srgbClr val="BCDCF8"/>
              </a:solidFill>
              <a:ln w="38100" cap="sq">
                <a:solidFill>
                  <a:srgbClr val="7DAFDB"/>
                </a:solidFill>
                <a:prstDash val="solid"/>
                <a:miter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47625"/>
                <a:ext cx="460414" cy="2107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9"/>
                  </a:lnSpc>
                </a:pPr>
                <a:r>
                  <a:rPr lang="en-US" b="true" sz="2599">
                    <a:solidFill>
                      <a:srgbClr val="000000"/>
                    </a:solidFill>
                    <a:latin typeface="JetBrains Mono Bold"/>
                    <a:ea typeface="JetBrains Mono Bold"/>
                    <a:cs typeface="JetBrains Mono Bold"/>
                    <a:sym typeface="JetBrains Mono Bold"/>
                  </a:rPr>
                  <a:t>Token</a:t>
                </a:r>
              </a:p>
            </p:txBody>
          </p:sp>
        </p:grpSp>
      </p:grpSp>
      <p:grpSp>
        <p:nvGrpSpPr>
          <p:cNvPr name="Group 42" id="42"/>
          <p:cNvGrpSpPr/>
          <p:nvPr/>
        </p:nvGrpSpPr>
        <p:grpSpPr>
          <a:xfrm rot="0">
            <a:off x="7846346" y="3452777"/>
            <a:ext cx="964399" cy="547481"/>
            <a:chOff x="0" y="0"/>
            <a:chExt cx="253998" cy="14419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53998" cy="144193"/>
            </a:xfrm>
            <a:custGeom>
              <a:avLst/>
              <a:gdLst/>
              <a:ahLst/>
              <a:cxnLst/>
              <a:rect r="r" b="b" t="t" l="l"/>
              <a:pathLst>
                <a:path h="144193" w="253998">
                  <a:moveTo>
                    <a:pt x="0" y="0"/>
                  </a:moveTo>
                  <a:lnTo>
                    <a:pt x="253998" y="0"/>
                  </a:lnTo>
                  <a:lnTo>
                    <a:pt x="253998" y="144193"/>
                  </a:lnTo>
                  <a:lnTo>
                    <a:pt x="0" y="144193"/>
                  </a:lnTo>
                  <a:close/>
                </a:path>
              </a:pathLst>
            </a:custGeom>
            <a:solidFill>
              <a:srgbClr val="BCDCF8"/>
            </a:solidFill>
            <a:ln w="47625" cap="sq">
              <a:solidFill>
                <a:srgbClr val="7DAFDB"/>
              </a:solidFill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253998" cy="182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type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8770496" y="3452777"/>
            <a:ext cx="1671158" cy="547481"/>
            <a:chOff x="0" y="0"/>
            <a:chExt cx="440140" cy="14419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40140" cy="144193"/>
            </a:xfrm>
            <a:custGeom>
              <a:avLst/>
              <a:gdLst/>
              <a:ahLst/>
              <a:cxnLst/>
              <a:rect r="r" b="b" t="t" l="l"/>
              <a:pathLst>
                <a:path h="144193" w="440140">
                  <a:moveTo>
                    <a:pt x="0" y="0"/>
                  </a:moveTo>
                  <a:lnTo>
                    <a:pt x="440140" y="0"/>
                  </a:lnTo>
                  <a:lnTo>
                    <a:pt x="440140" y="144193"/>
                  </a:lnTo>
                  <a:lnTo>
                    <a:pt x="0" y="144193"/>
                  </a:lnTo>
                  <a:close/>
                </a:path>
              </a:pathLst>
            </a:custGeom>
            <a:solidFill>
              <a:srgbClr val="BCDCF8"/>
            </a:solidFill>
            <a:ln w="47625" cap="sq">
              <a:solidFill>
                <a:srgbClr val="7DAFDB"/>
              </a:solidFill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440140" cy="182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symbol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7846346" y="2810929"/>
            <a:ext cx="2590248" cy="619506"/>
            <a:chOff x="0" y="0"/>
            <a:chExt cx="682205" cy="16316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82205" cy="163162"/>
            </a:xfrm>
            <a:custGeom>
              <a:avLst/>
              <a:gdLst/>
              <a:ahLst/>
              <a:cxnLst/>
              <a:rect r="r" b="b" t="t" l="l"/>
              <a:pathLst>
                <a:path h="163162" w="682205">
                  <a:moveTo>
                    <a:pt x="0" y="0"/>
                  </a:moveTo>
                  <a:lnTo>
                    <a:pt x="682205" y="0"/>
                  </a:lnTo>
                  <a:lnTo>
                    <a:pt x="682205" y="163162"/>
                  </a:lnTo>
                  <a:lnTo>
                    <a:pt x="0" y="163162"/>
                  </a:lnTo>
                  <a:close/>
                </a:path>
              </a:pathLst>
            </a:custGeom>
            <a:solidFill>
              <a:srgbClr val="BCDCF8"/>
            </a:solidFill>
            <a:ln w="38100" cap="sq">
              <a:solidFill>
                <a:srgbClr val="7DAFDB"/>
              </a:solidFill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682205" cy="2107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00000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Token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6424811" y="4829492"/>
            <a:ext cx="5438379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automation “named” {}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7155739" y="648001"/>
            <a:ext cx="3976522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Tokenizer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5308550" y="8907129"/>
            <a:ext cx="2651621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120"/>
              </a:lnSpc>
              <a:spcBef>
                <a:spcPct val="0"/>
              </a:spcBef>
            </a:pPr>
            <a:r>
              <a:rPr lang="en-US" sz="5800">
                <a:solidFill>
                  <a:srgbClr val="000000">
                    <a:alpha val="19608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tokens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bg>
      <p:bgPr>
        <a:solidFill>
          <a:srgbClr val="EEE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98540" y="4463448"/>
            <a:ext cx="3290921" cy="1226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Parser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bg>
      <p:bgPr>
        <a:solidFill>
          <a:srgbClr val="EEE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55825" y="2579147"/>
            <a:ext cx="2240029" cy="702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 i="true">
                <a:solidFill>
                  <a:srgbClr val="000000"/>
                </a:solidFill>
                <a:latin typeface="JetBrains Mono Italics"/>
                <a:ea typeface="JetBrains Mono Italics"/>
                <a:cs typeface="JetBrains Mono Italics"/>
                <a:sym typeface="JetBrains Mono Italics"/>
              </a:rPr>
              <a:t>Grammar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818520" y="648001"/>
            <a:ext cx="2650960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Parser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866696" y="8907129"/>
            <a:ext cx="3093475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120"/>
              </a:lnSpc>
              <a:spcBef>
                <a:spcPct val="0"/>
              </a:spcBef>
            </a:pPr>
            <a:r>
              <a:rPr lang="en-US" sz="5800">
                <a:solidFill>
                  <a:srgbClr val="000000">
                    <a:alpha val="19608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grammar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>
  <p:cSld>
    <p:bg>
      <p:bgPr>
        <a:solidFill>
          <a:srgbClr val="EEE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31617" y="3282125"/>
            <a:ext cx="3867840" cy="1393014"/>
            <a:chOff x="0" y="0"/>
            <a:chExt cx="1018692" cy="3668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8692" cy="366898"/>
            </a:xfrm>
            <a:custGeom>
              <a:avLst/>
              <a:gdLst/>
              <a:ahLst/>
              <a:cxnLst/>
              <a:rect r="r" b="b" t="t" l="l"/>
              <a:pathLst>
                <a:path h="366898" w="1018692">
                  <a:moveTo>
                    <a:pt x="1018692" y="56045"/>
                  </a:moveTo>
                  <a:lnTo>
                    <a:pt x="1018692" y="310852"/>
                  </a:lnTo>
                  <a:cubicBezTo>
                    <a:pt x="1018692" y="325717"/>
                    <a:pt x="1012787" y="339972"/>
                    <a:pt x="1002276" y="350482"/>
                  </a:cubicBezTo>
                  <a:cubicBezTo>
                    <a:pt x="991766" y="360993"/>
                    <a:pt x="977510" y="366898"/>
                    <a:pt x="962646" y="366898"/>
                  </a:cubicBezTo>
                  <a:lnTo>
                    <a:pt x="56045" y="366898"/>
                  </a:lnTo>
                  <a:cubicBezTo>
                    <a:pt x="41181" y="366898"/>
                    <a:pt x="26926" y="360993"/>
                    <a:pt x="16415" y="350482"/>
                  </a:cubicBezTo>
                  <a:cubicBezTo>
                    <a:pt x="5905" y="339972"/>
                    <a:pt x="0" y="325717"/>
                    <a:pt x="0" y="310852"/>
                  </a:cubicBezTo>
                  <a:lnTo>
                    <a:pt x="0" y="56045"/>
                  </a:lnTo>
                  <a:cubicBezTo>
                    <a:pt x="0" y="41181"/>
                    <a:pt x="5905" y="26926"/>
                    <a:pt x="16415" y="16415"/>
                  </a:cubicBezTo>
                  <a:cubicBezTo>
                    <a:pt x="26926" y="5905"/>
                    <a:pt x="41181" y="0"/>
                    <a:pt x="56045" y="0"/>
                  </a:cubicBezTo>
                  <a:lnTo>
                    <a:pt x="962646" y="0"/>
                  </a:lnTo>
                  <a:cubicBezTo>
                    <a:pt x="977510" y="0"/>
                    <a:pt x="991766" y="5905"/>
                    <a:pt x="1002276" y="16415"/>
                  </a:cubicBezTo>
                  <a:cubicBezTo>
                    <a:pt x="1012787" y="26926"/>
                    <a:pt x="1018692" y="41181"/>
                    <a:pt x="1018692" y="56045"/>
                  </a:cubicBezTo>
                  <a:close/>
                </a:path>
              </a:pathLst>
            </a:custGeom>
            <a:ln w="66675" cap="rnd">
              <a:solidFill>
                <a:srgbClr val="000000">
                  <a:alpha val="7843"/>
                </a:srgbClr>
              </a:solidFill>
              <a:prstDash val="lgDash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18692" cy="4049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955825" y="2579147"/>
            <a:ext cx="2240029" cy="702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 i="true">
                <a:solidFill>
                  <a:srgbClr val="000000"/>
                </a:solidFill>
                <a:latin typeface="JetBrains Mono Italics"/>
                <a:ea typeface="JetBrains Mono Italics"/>
                <a:cs typeface="JetBrains Mono Italics"/>
                <a:sym typeface="JetBrains Mono Italics"/>
              </a:rPr>
              <a:t>Grammar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81295" y="3648098"/>
            <a:ext cx="2194057" cy="613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00000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firsts()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818520" y="648001"/>
            <a:ext cx="2650960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Parser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866696" y="8907129"/>
            <a:ext cx="3093475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120"/>
              </a:lnSpc>
              <a:spcBef>
                <a:spcPct val="0"/>
              </a:spcBef>
            </a:pPr>
            <a:r>
              <a:rPr lang="en-US" sz="5800">
                <a:solidFill>
                  <a:srgbClr val="000000">
                    <a:alpha val="19608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grammar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>
  <p:cSld>
    <p:bg>
      <p:bgPr>
        <a:solidFill>
          <a:srgbClr val="EEE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31617" y="2645822"/>
            <a:ext cx="3867840" cy="3376362"/>
            <a:chOff x="0" y="0"/>
            <a:chExt cx="5157120" cy="450181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848404"/>
              <a:ext cx="5157120" cy="3653411"/>
              <a:chOff x="0" y="0"/>
              <a:chExt cx="1018692" cy="72168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018692" cy="721687"/>
              </a:xfrm>
              <a:custGeom>
                <a:avLst/>
                <a:gdLst/>
                <a:ahLst/>
                <a:cxnLst/>
                <a:rect r="r" b="b" t="t" l="l"/>
                <a:pathLst>
                  <a:path h="721687" w="1018692">
                    <a:moveTo>
                      <a:pt x="1018692" y="56045"/>
                    </a:moveTo>
                    <a:lnTo>
                      <a:pt x="1018692" y="665642"/>
                    </a:lnTo>
                    <a:cubicBezTo>
                      <a:pt x="1018692" y="680506"/>
                      <a:pt x="1012787" y="694762"/>
                      <a:pt x="1002276" y="705272"/>
                    </a:cubicBezTo>
                    <a:cubicBezTo>
                      <a:pt x="991766" y="715783"/>
                      <a:pt x="977510" y="721687"/>
                      <a:pt x="962646" y="721687"/>
                    </a:cubicBezTo>
                    <a:lnTo>
                      <a:pt x="56045" y="721687"/>
                    </a:lnTo>
                    <a:cubicBezTo>
                      <a:pt x="41181" y="721687"/>
                      <a:pt x="26926" y="715783"/>
                      <a:pt x="16415" y="705272"/>
                    </a:cubicBezTo>
                    <a:cubicBezTo>
                      <a:pt x="5905" y="694762"/>
                      <a:pt x="0" y="680506"/>
                      <a:pt x="0" y="665642"/>
                    </a:cubicBezTo>
                    <a:lnTo>
                      <a:pt x="0" y="56045"/>
                    </a:lnTo>
                    <a:cubicBezTo>
                      <a:pt x="0" y="41181"/>
                      <a:pt x="5905" y="26926"/>
                      <a:pt x="16415" y="16415"/>
                    </a:cubicBezTo>
                    <a:cubicBezTo>
                      <a:pt x="26926" y="5905"/>
                      <a:pt x="41181" y="0"/>
                      <a:pt x="56045" y="0"/>
                    </a:cubicBezTo>
                    <a:lnTo>
                      <a:pt x="962646" y="0"/>
                    </a:lnTo>
                    <a:cubicBezTo>
                      <a:pt x="977510" y="0"/>
                      <a:pt x="991766" y="5905"/>
                      <a:pt x="1002276" y="16415"/>
                    </a:cubicBezTo>
                    <a:cubicBezTo>
                      <a:pt x="1012787" y="26926"/>
                      <a:pt x="1018692" y="41181"/>
                      <a:pt x="1018692" y="56045"/>
                    </a:cubicBezTo>
                    <a:close/>
                  </a:path>
                </a:pathLst>
              </a:custGeom>
              <a:ln w="66675" cap="rnd">
                <a:solidFill>
                  <a:srgbClr val="000000">
                    <a:alpha val="7843"/>
                  </a:srgbClr>
                </a:solidFill>
                <a:prstDash val="lgDash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1018692" cy="7597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298944" y="-66675"/>
              <a:ext cx="2986705" cy="9150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  <a:spcBef>
                  <a:spcPct val="0"/>
                </a:spcBef>
              </a:pPr>
              <a:r>
                <a:rPr lang="en-US" sz="4200" i="true">
                  <a:solidFill>
                    <a:srgbClr val="000000"/>
                  </a:solidFill>
                  <a:latin typeface="JetBrains Mono Italics"/>
                  <a:ea typeface="JetBrains Mono Italics"/>
                  <a:cs typeface="JetBrains Mono Italics"/>
                  <a:sym typeface="JetBrains Mono Italics"/>
                </a:rPr>
                <a:t>Grammar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732905" y="1358592"/>
              <a:ext cx="2925410" cy="7956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b="true" sz="3599">
                  <a:solidFill>
                    <a:srgbClr val="000000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firsts()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732905" y="2255416"/>
              <a:ext cx="3290976" cy="7956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b="true" sz="3599">
                  <a:solidFill>
                    <a:srgbClr val="000000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follows()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2005838" y="3149454"/>
              <a:ext cx="2559623" cy="7956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sz="3599">
                  <a:solidFill>
                    <a:srgbClr val="00000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first()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7818520" y="648001"/>
            <a:ext cx="2650960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Parser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866696" y="8907129"/>
            <a:ext cx="3093475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120"/>
              </a:lnSpc>
              <a:spcBef>
                <a:spcPct val="0"/>
              </a:spcBef>
            </a:pPr>
            <a:r>
              <a:rPr lang="en-US" sz="5800">
                <a:solidFill>
                  <a:srgbClr val="000000">
                    <a:alpha val="19608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grammar</a:t>
            </a:r>
          </a:p>
        </p:txBody>
      </p:sp>
      <p:sp>
        <p:nvSpPr>
          <p:cNvPr name="Freeform 12" id="12"/>
          <p:cNvSpPr/>
          <p:nvPr/>
        </p:nvSpPr>
        <p:spPr>
          <a:xfrm>
            <a:off x="2572257" y="5061376"/>
            <a:ext cx="430540" cy="273352"/>
          </a:xfrm>
          <a:custGeom>
            <a:avLst/>
            <a:gdLst/>
            <a:ahLst/>
            <a:cxnLst/>
            <a:rect r="r" b="b" t="t" l="l"/>
            <a:pathLst>
              <a:path h="273352" w="430540">
                <a:moveTo>
                  <a:pt x="0" y="0"/>
                </a:moveTo>
                <a:lnTo>
                  <a:pt x="0" y="136675"/>
                </a:lnTo>
                <a:cubicBezTo>
                  <a:pt x="0" y="172924"/>
                  <a:pt x="14400" y="207688"/>
                  <a:pt x="40032" y="233320"/>
                </a:cubicBezTo>
                <a:cubicBezTo>
                  <a:pt x="65663" y="258951"/>
                  <a:pt x="100427" y="273351"/>
                  <a:pt x="136676" y="273351"/>
                </a:cubicBezTo>
                <a:lnTo>
                  <a:pt x="430540" y="273351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>
  <p:cSld>
    <p:bg>
      <p:bgPr>
        <a:solidFill>
          <a:srgbClr val="EEE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31617" y="2645822"/>
            <a:ext cx="3867840" cy="3376362"/>
            <a:chOff x="0" y="0"/>
            <a:chExt cx="5157120" cy="450181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848404"/>
              <a:ext cx="5157120" cy="3653411"/>
              <a:chOff x="0" y="0"/>
              <a:chExt cx="1018692" cy="72168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018692" cy="721687"/>
              </a:xfrm>
              <a:custGeom>
                <a:avLst/>
                <a:gdLst/>
                <a:ahLst/>
                <a:cxnLst/>
                <a:rect r="r" b="b" t="t" l="l"/>
                <a:pathLst>
                  <a:path h="721687" w="1018692">
                    <a:moveTo>
                      <a:pt x="1018692" y="56045"/>
                    </a:moveTo>
                    <a:lnTo>
                      <a:pt x="1018692" y="665642"/>
                    </a:lnTo>
                    <a:cubicBezTo>
                      <a:pt x="1018692" y="680506"/>
                      <a:pt x="1012787" y="694762"/>
                      <a:pt x="1002276" y="705272"/>
                    </a:cubicBezTo>
                    <a:cubicBezTo>
                      <a:pt x="991766" y="715783"/>
                      <a:pt x="977510" y="721687"/>
                      <a:pt x="962646" y="721687"/>
                    </a:cubicBezTo>
                    <a:lnTo>
                      <a:pt x="56045" y="721687"/>
                    </a:lnTo>
                    <a:cubicBezTo>
                      <a:pt x="41181" y="721687"/>
                      <a:pt x="26926" y="715783"/>
                      <a:pt x="16415" y="705272"/>
                    </a:cubicBezTo>
                    <a:cubicBezTo>
                      <a:pt x="5905" y="694762"/>
                      <a:pt x="0" y="680506"/>
                      <a:pt x="0" y="665642"/>
                    </a:cubicBezTo>
                    <a:lnTo>
                      <a:pt x="0" y="56045"/>
                    </a:lnTo>
                    <a:cubicBezTo>
                      <a:pt x="0" y="41181"/>
                      <a:pt x="5905" y="26926"/>
                      <a:pt x="16415" y="16415"/>
                    </a:cubicBezTo>
                    <a:cubicBezTo>
                      <a:pt x="26926" y="5905"/>
                      <a:pt x="41181" y="0"/>
                      <a:pt x="56045" y="0"/>
                    </a:cubicBezTo>
                    <a:lnTo>
                      <a:pt x="962646" y="0"/>
                    </a:lnTo>
                    <a:cubicBezTo>
                      <a:pt x="977510" y="0"/>
                      <a:pt x="991766" y="5905"/>
                      <a:pt x="1002276" y="16415"/>
                    </a:cubicBezTo>
                    <a:cubicBezTo>
                      <a:pt x="1012787" y="26926"/>
                      <a:pt x="1018692" y="41181"/>
                      <a:pt x="1018692" y="56045"/>
                    </a:cubicBezTo>
                    <a:close/>
                  </a:path>
                </a:pathLst>
              </a:custGeom>
              <a:ln w="66675" cap="rnd">
                <a:solidFill>
                  <a:srgbClr val="000000">
                    <a:alpha val="7843"/>
                  </a:srgbClr>
                </a:solidFill>
                <a:prstDash val="lgDash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1018692" cy="7597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298944" y="-66675"/>
              <a:ext cx="2986705" cy="9150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  <a:spcBef>
                  <a:spcPct val="0"/>
                </a:spcBef>
              </a:pPr>
              <a:r>
                <a:rPr lang="en-US" sz="4200" i="true">
                  <a:solidFill>
                    <a:srgbClr val="000000"/>
                  </a:solidFill>
                  <a:latin typeface="JetBrains Mono Italics"/>
                  <a:ea typeface="JetBrains Mono Italics"/>
                  <a:cs typeface="JetBrains Mono Italics"/>
                  <a:sym typeface="JetBrains Mono Italics"/>
                </a:rPr>
                <a:t>Grammar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732905" y="1358592"/>
              <a:ext cx="2925410" cy="7956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b="true" sz="3599">
                  <a:solidFill>
                    <a:srgbClr val="000000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firsts()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732905" y="2255416"/>
              <a:ext cx="3290976" cy="7956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b="true" sz="3599">
                  <a:solidFill>
                    <a:srgbClr val="000000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follows()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2005838" y="3149454"/>
              <a:ext cx="2559623" cy="7956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sz="3599">
                  <a:solidFill>
                    <a:srgbClr val="00000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first()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665537" y="6701766"/>
            <a:ext cx="3457747" cy="2337620"/>
            <a:chOff x="0" y="0"/>
            <a:chExt cx="4610329" cy="3116827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190026" y="-66675"/>
              <a:ext cx="2986705" cy="9150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  <a:spcBef>
                  <a:spcPct val="0"/>
                </a:spcBef>
              </a:pPr>
              <a:r>
                <a:rPr lang="en-US" sz="4200" i="true">
                  <a:solidFill>
                    <a:srgbClr val="000000"/>
                  </a:solidFill>
                  <a:latin typeface="JetBrains Mono Italics"/>
                  <a:ea typeface="JetBrains Mono Italics"/>
                  <a:cs typeface="JetBrains Mono Italics"/>
                  <a:sym typeface="JetBrains Mono Italics"/>
                </a:rPr>
                <a:t>LRItem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608415" y="1155457"/>
              <a:ext cx="1645488" cy="7956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sz="3599">
                  <a:solidFill>
                    <a:srgbClr val="00000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lhs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431159" y="1981097"/>
              <a:ext cx="1645488" cy="7956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b="true" sz="3599">
                  <a:solidFill>
                    <a:srgbClr val="000000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dot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2253903" y="1155457"/>
              <a:ext cx="1845655" cy="7956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sz="3599">
                  <a:solidFill>
                    <a:srgbClr val="00000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rhs</a:t>
              </a:r>
            </a:p>
          </p:txBody>
        </p:sp>
        <p:grpSp>
          <p:nvGrpSpPr>
            <p:cNvPr name="Group 15" id="15"/>
            <p:cNvGrpSpPr/>
            <p:nvPr/>
          </p:nvGrpSpPr>
          <p:grpSpPr>
            <a:xfrm rot="0">
              <a:off x="0" y="950004"/>
              <a:ext cx="4610329" cy="2166823"/>
              <a:chOff x="0" y="0"/>
              <a:chExt cx="910683" cy="42803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910683" cy="428030"/>
              </a:xfrm>
              <a:custGeom>
                <a:avLst/>
                <a:gdLst/>
                <a:ahLst/>
                <a:cxnLst/>
                <a:rect r="r" b="b" t="t" l="l"/>
                <a:pathLst>
                  <a:path h="428030" w="910683">
                    <a:moveTo>
                      <a:pt x="910683" y="62692"/>
                    </a:moveTo>
                    <a:lnTo>
                      <a:pt x="910683" y="365338"/>
                    </a:lnTo>
                    <a:cubicBezTo>
                      <a:pt x="910683" y="381965"/>
                      <a:pt x="904078" y="397911"/>
                      <a:pt x="892321" y="409668"/>
                    </a:cubicBezTo>
                    <a:cubicBezTo>
                      <a:pt x="880564" y="421425"/>
                      <a:pt x="864618" y="428030"/>
                      <a:pt x="847991" y="428030"/>
                    </a:cubicBezTo>
                    <a:lnTo>
                      <a:pt x="62692" y="428030"/>
                    </a:lnTo>
                    <a:cubicBezTo>
                      <a:pt x="46065" y="428030"/>
                      <a:pt x="30119" y="421425"/>
                      <a:pt x="18362" y="409668"/>
                    </a:cubicBezTo>
                    <a:cubicBezTo>
                      <a:pt x="6605" y="397911"/>
                      <a:pt x="0" y="381965"/>
                      <a:pt x="0" y="365338"/>
                    </a:cubicBezTo>
                    <a:lnTo>
                      <a:pt x="0" y="62692"/>
                    </a:lnTo>
                    <a:cubicBezTo>
                      <a:pt x="0" y="46065"/>
                      <a:pt x="6605" y="30119"/>
                      <a:pt x="18362" y="18362"/>
                    </a:cubicBezTo>
                    <a:cubicBezTo>
                      <a:pt x="30119" y="6605"/>
                      <a:pt x="46065" y="0"/>
                      <a:pt x="62692" y="0"/>
                    </a:cubicBezTo>
                    <a:lnTo>
                      <a:pt x="847991" y="0"/>
                    </a:lnTo>
                    <a:cubicBezTo>
                      <a:pt x="882615" y="0"/>
                      <a:pt x="910683" y="28068"/>
                      <a:pt x="910683" y="62692"/>
                    </a:cubicBezTo>
                    <a:close/>
                  </a:path>
                </a:pathLst>
              </a:custGeom>
              <a:ln w="66675" cap="rnd">
                <a:solidFill>
                  <a:srgbClr val="000000">
                    <a:alpha val="7843"/>
                  </a:srgbClr>
                </a:solidFill>
                <a:prstDash val="lgDash"/>
                <a:round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910683" cy="4661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8" id="18"/>
          <p:cNvSpPr txBox="true"/>
          <p:nvPr/>
        </p:nvSpPr>
        <p:spPr>
          <a:xfrm rot="0">
            <a:off x="7818520" y="648001"/>
            <a:ext cx="2650960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Parser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192424" y="8907129"/>
            <a:ext cx="1767747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120"/>
              </a:lnSpc>
              <a:spcBef>
                <a:spcPct val="0"/>
              </a:spcBef>
            </a:pPr>
            <a:r>
              <a:rPr lang="en-US" sz="5800">
                <a:solidFill>
                  <a:srgbClr val="000000">
                    <a:alpha val="19608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item</a:t>
            </a:r>
          </a:p>
        </p:txBody>
      </p:sp>
      <p:sp>
        <p:nvSpPr>
          <p:cNvPr name="Freeform 20" id="20"/>
          <p:cNvSpPr/>
          <p:nvPr/>
        </p:nvSpPr>
        <p:spPr>
          <a:xfrm>
            <a:off x="2572257" y="5061376"/>
            <a:ext cx="430540" cy="273352"/>
          </a:xfrm>
          <a:custGeom>
            <a:avLst/>
            <a:gdLst/>
            <a:ahLst/>
            <a:cxnLst/>
            <a:rect r="r" b="b" t="t" l="l"/>
            <a:pathLst>
              <a:path h="273352" w="430540">
                <a:moveTo>
                  <a:pt x="0" y="0"/>
                </a:moveTo>
                <a:lnTo>
                  <a:pt x="0" y="136675"/>
                </a:lnTo>
                <a:cubicBezTo>
                  <a:pt x="0" y="172924"/>
                  <a:pt x="14400" y="207688"/>
                  <a:pt x="40032" y="233320"/>
                </a:cubicBezTo>
                <a:cubicBezTo>
                  <a:pt x="65663" y="258951"/>
                  <a:pt x="100427" y="273351"/>
                  <a:pt x="136676" y="273351"/>
                </a:cubicBezTo>
                <a:lnTo>
                  <a:pt x="430540" y="273351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>
  <p:cSld>
    <p:bg>
      <p:bgPr>
        <a:solidFill>
          <a:srgbClr val="EEE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31617" y="2645822"/>
            <a:ext cx="3867840" cy="3376362"/>
            <a:chOff x="0" y="0"/>
            <a:chExt cx="5157120" cy="450181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848404"/>
              <a:ext cx="5157120" cy="3653411"/>
              <a:chOff x="0" y="0"/>
              <a:chExt cx="1018692" cy="72168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018692" cy="721687"/>
              </a:xfrm>
              <a:custGeom>
                <a:avLst/>
                <a:gdLst/>
                <a:ahLst/>
                <a:cxnLst/>
                <a:rect r="r" b="b" t="t" l="l"/>
                <a:pathLst>
                  <a:path h="721687" w="1018692">
                    <a:moveTo>
                      <a:pt x="1018692" y="56045"/>
                    </a:moveTo>
                    <a:lnTo>
                      <a:pt x="1018692" y="665642"/>
                    </a:lnTo>
                    <a:cubicBezTo>
                      <a:pt x="1018692" y="680506"/>
                      <a:pt x="1012787" y="694762"/>
                      <a:pt x="1002276" y="705272"/>
                    </a:cubicBezTo>
                    <a:cubicBezTo>
                      <a:pt x="991766" y="715783"/>
                      <a:pt x="977510" y="721687"/>
                      <a:pt x="962646" y="721687"/>
                    </a:cubicBezTo>
                    <a:lnTo>
                      <a:pt x="56045" y="721687"/>
                    </a:lnTo>
                    <a:cubicBezTo>
                      <a:pt x="41181" y="721687"/>
                      <a:pt x="26926" y="715783"/>
                      <a:pt x="16415" y="705272"/>
                    </a:cubicBezTo>
                    <a:cubicBezTo>
                      <a:pt x="5905" y="694762"/>
                      <a:pt x="0" y="680506"/>
                      <a:pt x="0" y="665642"/>
                    </a:cubicBezTo>
                    <a:lnTo>
                      <a:pt x="0" y="56045"/>
                    </a:lnTo>
                    <a:cubicBezTo>
                      <a:pt x="0" y="41181"/>
                      <a:pt x="5905" y="26926"/>
                      <a:pt x="16415" y="16415"/>
                    </a:cubicBezTo>
                    <a:cubicBezTo>
                      <a:pt x="26926" y="5905"/>
                      <a:pt x="41181" y="0"/>
                      <a:pt x="56045" y="0"/>
                    </a:cubicBezTo>
                    <a:lnTo>
                      <a:pt x="962646" y="0"/>
                    </a:lnTo>
                    <a:cubicBezTo>
                      <a:pt x="977510" y="0"/>
                      <a:pt x="991766" y="5905"/>
                      <a:pt x="1002276" y="16415"/>
                    </a:cubicBezTo>
                    <a:cubicBezTo>
                      <a:pt x="1012787" y="26926"/>
                      <a:pt x="1018692" y="41181"/>
                      <a:pt x="1018692" y="56045"/>
                    </a:cubicBezTo>
                    <a:close/>
                  </a:path>
                </a:pathLst>
              </a:custGeom>
              <a:ln w="66675" cap="rnd">
                <a:solidFill>
                  <a:srgbClr val="000000">
                    <a:alpha val="7843"/>
                  </a:srgbClr>
                </a:solidFill>
                <a:prstDash val="lgDash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1018692" cy="7597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298944" y="-66675"/>
              <a:ext cx="2986705" cy="9150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  <a:spcBef>
                  <a:spcPct val="0"/>
                </a:spcBef>
              </a:pPr>
              <a:r>
                <a:rPr lang="en-US" sz="4200" i="true">
                  <a:solidFill>
                    <a:srgbClr val="000000"/>
                  </a:solidFill>
                  <a:latin typeface="JetBrains Mono Italics"/>
                  <a:ea typeface="JetBrains Mono Italics"/>
                  <a:cs typeface="JetBrains Mono Italics"/>
                  <a:sym typeface="JetBrains Mono Italics"/>
                </a:rPr>
                <a:t>Grammar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732905" y="1358592"/>
              <a:ext cx="2925410" cy="7956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b="true" sz="3599">
                  <a:solidFill>
                    <a:srgbClr val="000000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firsts()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732905" y="2255416"/>
              <a:ext cx="3290976" cy="7956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b="true" sz="3599">
                  <a:solidFill>
                    <a:srgbClr val="000000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follows()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2005838" y="3149454"/>
              <a:ext cx="2559623" cy="7956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sz="3599">
                  <a:solidFill>
                    <a:srgbClr val="00000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first()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665537" y="6701766"/>
            <a:ext cx="3457747" cy="2337620"/>
            <a:chOff x="0" y="0"/>
            <a:chExt cx="4610329" cy="3116827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190026" y="-66675"/>
              <a:ext cx="2986705" cy="9150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  <a:spcBef>
                  <a:spcPct val="0"/>
                </a:spcBef>
              </a:pPr>
              <a:r>
                <a:rPr lang="en-US" sz="4200" i="true">
                  <a:solidFill>
                    <a:srgbClr val="000000"/>
                  </a:solidFill>
                  <a:latin typeface="JetBrains Mono Italics"/>
                  <a:ea typeface="JetBrains Mono Italics"/>
                  <a:cs typeface="JetBrains Mono Italics"/>
                  <a:sym typeface="JetBrains Mono Italics"/>
                </a:rPr>
                <a:t>LRItem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608415" y="1155457"/>
              <a:ext cx="1645488" cy="7956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sz="3599">
                  <a:solidFill>
                    <a:srgbClr val="00000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lhs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431159" y="1981097"/>
              <a:ext cx="1645488" cy="7956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b="true" sz="3599">
                  <a:solidFill>
                    <a:srgbClr val="000000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dot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2253903" y="1155457"/>
              <a:ext cx="1845655" cy="7956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sz="3599">
                  <a:solidFill>
                    <a:srgbClr val="00000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rhs</a:t>
              </a:r>
            </a:p>
          </p:txBody>
        </p:sp>
        <p:grpSp>
          <p:nvGrpSpPr>
            <p:cNvPr name="Group 15" id="15"/>
            <p:cNvGrpSpPr/>
            <p:nvPr/>
          </p:nvGrpSpPr>
          <p:grpSpPr>
            <a:xfrm rot="0">
              <a:off x="0" y="950004"/>
              <a:ext cx="4610329" cy="2166823"/>
              <a:chOff x="0" y="0"/>
              <a:chExt cx="910683" cy="42803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910683" cy="428030"/>
              </a:xfrm>
              <a:custGeom>
                <a:avLst/>
                <a:gdLst/>
                <a:ahLst/>
                <a:cxnLst/>
                <a:rect r="r" b="b" t="t" l="l"/>
                <a:pathLst>
                  <a:path h="428030" w="910683">
                    <a:moveTo>
                      <a:pt x="910683" y="62692"/>
                    </a:moveTo>
                    <a:lnTo>
                      <a:pt x="910683" y="365338"/>
                    </a:lnTo>
                    <a:cubicBezTo>
                      <a:pt x="910683" y="381965"/>
                      <a:pt x="904078" y="397911"/>
                      <a:pt x="892321" y="409668"/>
                    </a:cubicBezTo>
                    <a:cubicBezTo>
                      <a:pt x="880564" y="421425"/>
                      <a:pt x="864618" y="428030"/>
                      <a:pt x="847991" y="428030"/>
                    </a:cubicBezTo>
                    <a:lnTo>
                      <a:pt x="62692" y="428030"/>
                    </a:lnTo>
                    <a:cubicBezTo>
                      <a:pt x="46065" y="428030"/>
                      <a:pt x="30119" y="421425"/>
                      <a:pt x="18362" y="409668"/>
                    </a:cubicBezTo>
                    <a:cubicBezTo>
                      <a:pt x="6605" y="397911"/>
                      <a:pt x="0" y="381965"/>
                      <a:pt x="0" y="365338"/>
                    </a:cubicBezTo>
                    <a:lnTo>
                      <a:pt x="0" y="62692"/>
                    </a:lnTo>
                    <a:cubicBezTo>
                      <a:pt x="0" y="46065"/>
                      <a:pt x="6605" y="30119"/>
                      <a:pt x="18362" y="18362"/>
                    </a:cubicBezTo>
                    <a:cubicBezTo>
                      <a:pt x="30119" y="6605"/>
                      <a:pt x="46065" y="0"/>
                      <a:pt x="62692" y="0"/>
                    </a:cubicBezTo>
                    <a:lnTo>
                      <a:pt x="847991" y="0"/>
                    </a:lnTo>
                    <a:cubicBezTo>
                      <a:pt x="882615" y="0"/>
                      <a:pt x="910683" y="28068"/>
                      <a:pt x="910683" y="62692"/>
                    </a:cubicBezTo>
                    <a:close/>
                  </a:path>
                </a:pathLst>
              </a:custGeom>
              <a:ln w="66675" cap="rnd">
                <a:solidFill>
                  <a:srgbClr val="000000">
                    <a:alpha val="7843"/>
                  </a:srgbClr>
                </a:solidFill>
                <a:prstDash val="lgDash"/>
                <a:round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910683" cy="4661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AutoShape 18" id="18"/>
          <p:cNvSpPr/>
          <p:nvPr/>
        </p:nvSpPr>
        <p:spPr>
          <a:xfrm flipV="true">
            <a:off x="7245618" y="7832130"/>
            <a:ext cx="701057" cy="10379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9" id="19"/>
          <p:cNvSpPr txBox="true"/>
          <p:nvPr/>
        </p:nvSpPr>
        <p:spPr>
          <a:xfrm rot="0">
            <a:off x="7818520" y="648001"/>
            <a:ext cx="2650960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Parser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100459" y="7492104"/>
            <a:ext cx="2355621" cy="613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Estados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192424" y="8907129"/>
            <a:ext cx="1767747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120"/>
              </a:lnSpc>
              <a:spcBef>
                <a:spcPct val="0"/>
              </a:spcBef>
            </a:pPr>
            <a:r>
              <a:rPr lang="en-US" sz="5800">
                <a:solidFill>
                  <a:srgbClr val="000000">
                    <a:alpha val="19608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item</a:t>
            </a:r>
          </a:p>
        </p:txBody>
      </p:sp>
      <p:sp>
        <p:nvSpPr>
          <p:cNvPr name="Freeform 22" id="22"/>
          <p:cNvSpPr/>
          <p:nvPr/>
        </p:nvSpPr>
        <p:spPr>
          <a:xfrm>
            <a:off x="2572257" y="5061376"/>
            <a:ext cx="430540" cy="273352"/>
          </a:xfrm>
          <a:custGeom>
            <a:avLst/>
            <a:gdLst/>
            <a:ahLst/>
            <a:cxnLst/>
            <a:rect r="r" b="b" t="t" l="l"/>
            <a:pathLst>
              <a:path h="273352" w="430540">
                <a:moveTo>
                  <a:pt x="0" y="0"/>
                </a:moveTo>
                <a:lnTo>
                  <a:pt x="0" y="136675"/>
                </a:lnTo>
                <a:cubicBezTo>
                  <a:pt x="0" y="172924"/>
                  <a:pt x="14400" y="207688"/>
                  <a:pt x="40032" y="233320"/>
                </a:cubicBezTo>
                <a:cubicBezTo>
                  <a:pt x="65663" y="258951"/>
                  <a:pt x="100427" y="273351"/>
                  <a:pt x="136676" y="273351"/>
                </a:cubicBezTo>
                <a:lnTo>
                  <a:pt x="430540" y="273351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>
  <p:cSld>
    <p:bg>
      <p:bgPr>
        <a:solidFill>
          <a:srgbClr val="EEE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31617" y="2645822"/>
            <a:ext cx="3867840" cy="3376362"/>
            <a:chOff x="0" y="0"/>
            <a:chExt cx="5157120" cy="450181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848404"/>
              <a:ext cx="5157120" cy="3653411"/>
              <a:chOff x="0" y="0"/>
              <a:chExt cx="1018692" cy="72168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018692" cy="721687"/>
              </a:xfrm>
              <a:custGeom>
                <a:avLst/>
                <a:gdLst/>
                <a:ahLst/>
                <a:cxnLst/>
                <a:rect r="r" b="b" t="t" l="l"/>
                <a:pathLst>
                  <a:path h="721687" w="1018692">
                    <a:moveTo>
                      <a:pt x="1018692" y="56045"/>
                    </a:moveTo>
                    <a:lnTo>
                      <a:pt x="1018692" y="665642"/>
                    </a:lnTo>
                    <a:cubicBezTo>
                      <a:pt x="1018692" y="680506"/>
                      <a:pt x="1012787" y="694762"/>
                      <a:pt x="1002276" y="705272"/>
                    </a:cubicBezTo>
                    <a:cubicBezTo>
                      <a:pt x="991766" y="715783"/>
                      <a:pt x="977510" y="721687"/>
                      <a:pt x="962646" y="721687"/>
                    </a:cubicBezTo>
                    <a:lnTo>
                      <a:pt x="56045" y="721687"/>
                    </a:lnTo>
                    <a:cubicBezTo>
                      <a:pt x="41181" y="721687"/>
                      <a:pt x="26926" y="715783"/>
                      <a:pt x="16415" y="705272"/>
                    </a:cubicBezTo>
                    <a:cubicBezTo>
                      <a:pt x="5905" y="694762"/>
                      <a:pt x="0" y="680506"/>
                      <a:pt x="0" y="665642"/>
                    </a:cubicBezTo>
                    <a:lnTo>
                      <a:pt x="0" y="56045"/>
                    </a:lnTo>
                    <a:cubicBezTo>
                      <a:pt x="0" y="41181"/>
                      <a:pt x="5905" y="26926"/>
                      <a:pt x="16415" y="16415"/>
                    </a:cubicBezTo>
                    <a:cubicBezTo>
                      <a:pt x="26926" y="5905"/>
                      <a:pt x="41181" y="0"/>
                      <a:pt x="56045" y="0"/>
                    </a:cubicBezTo>
                    <a:lnTo>
                      <a:pt x="962646" y="0"/>
                    </a:lnTo>
                    <a:cubicBezTo>
                      <a:pt x="977510" y="0"/>
                      <a:pt x="991766" y="5905"/>
                      <a:pt x="1002276" y="16415"/>
                    </a:cubicBezTo>
                    <a:cubicBezTo>
                      <a:pt x="1012787" y="26926"/>
                      <a:pt x="1018692" y="41181"/>
                      <a:pt x="1018692" y="56045"/>
                    </a:cubicBezTo>
                    <a:close/>
                  </a:path>
                </a:pathLst>
              </a:custGeom>
              <a:ln w="66675" cap="rnd">
                <a:solidFill>
                  <a:srgbClr val="000000">
                    <a:alpha val="7843"/>
                  </a:srgbClr>
                </a:solidFill>
                <a:prstDash val="lgDash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1018692" cy="7597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298944" y="-66675"/>
              <a:ext cx="2986705" cy="9150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  <a:spcBef>
                  <a:spcPct val="0"/>
                </a:spcBef>
              </a:pPr>
              <a:r>
                <a:rPr lang="en-US" sz="4200" i="true">
                  <a:solidFill>
                    <a:srgbClr val="000000"/>
                  </a:solidFill>
                  <a:latin typeface="JetBrains Mono Italics"/>
                  <a:ea typeface="JetBrains Mono Italics"/>
                  <a:cs typeface="JetBrains Mono Italics"/>
                  <a:sym typeface="JetBrains Mono Italics"/>
                </a:rPr>
                <a:t>Grammar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732905" y="1358592"/>
              <a:ext cx="2925410" cy="7956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b="true" sz="3599">
                  <a:solidFill>
                    <a:srgbClr val="000000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firsts()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732905" y="2255416"/>
              <a:ext cx="3290976" cy="7956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b="true" sz="3599">
                  <a:solidFill>
                    <a:srgbClr val="000000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follows()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2005838" y="3149454"/>
              <a:ext cx="2559623" cy="7956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sz="3599">
                  <a:solidFill>
                    <a:srgbClr val="00000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first()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665537" y="6701766"/>
            <a:ext cx="3457747" cy="2337620"/>
            <a:chOff x="0" y="0"/>
            <a:chExt cx="4610329" cy="3116827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190026" y="-66675"/>
              <a:ext cx="2986705" cy="9150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  <a:spcBef>
                  <a:spcPct val="0"/>
                </a:spcBef>
              </a:pPr>
              <a:r>
                <a:rPr lang="en-US" sz="4200" i="true">
                  <a:solidFill>
                    <a:srgbClr val="000000"/>
                  </a:solidFill>
                  <a:latin typeface="JetBrains Mono Italics"/>
                  <a:ea typeface="JetBrains Mono Italics"/>
                  <a:cs typeface="JetBrains Mono Italics"/>
                  <a:sym typeface="JetBrains Mono Italics"/>
                </a:rPr>
                <a:t>LRItem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608415" y="1155457"/>
              <a:ext cx="1645488" cy="7956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sz="3599">
                  <a:solidFill>
                    <a:srgbClr val="00000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lhs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431159" y="1981097"/>
              <a:ext cx="1645488" cy="7956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b="true" sz="3599">
                  <a:solidFill>
                    <a:srgbClr val="000000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dot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2253903" y="1155457"/>
              <a:ext cx="1845655" cy="7956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sz="3599">
                  <a:solidFill>
                    <a:srgbClr val="00000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rhs</a:t>
              </a:r>
            </a:p>
          </p:txBody>
        </p:sp>
        <p:grpSp>
          <p:nvGrpSpPr>
            <p:cNvPr name="Group 15" id="15"/>
            <p:cNvGrpSpPr/>
            <p:nvPr/>
          </p:nvGrpSpPr>
          <p:grpSpPr>
            <a:xfrm rot="0">
              <a:off x="0" y="950004"/>
              <a:ext cx="4610329" cy="2166823"/>
              <a:chOff x="0" y="0"/>
              <a:chExt cx="910683" cy="42803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910683" cy="428030"/>
              </a:xfrm>
              <a:custGeom>
                <a:avLst/>
                <a:gdLst/>
                <a:ahLst/>
                <a:cxnLst/>
                <a:rect r="r" b="b" t="t" l="l"/>
                <a:pathLst>
                  <a:path h="428030" w="910683">
                    <a:moveTo>
                      <a:pt x="910683" y="62692"/>
                    </a:moveTo>
                    <a:lnTo>
                      <a:pt x="910683" y="365338"/>
                    </a:lnTo>
                    <a:cubicBezTo>
                      <a:pt x="910683" y="381965"/>
                      <a:pt x="904078" y="397911"/>
                      <a:pt x="892321" y="409668"/>
                    </a:cubicBezTo>
                    <a:cubicBezTo>
                      <a:pt x="880564" y="421425"/>
                      <a:pt x="864618" y="428030"/>
                      <a:pt x="847991" y="428030"/>
                    </a:cubicBezTo>
                    <a:lnTo>
                      <a:pt x="62692" y="428030"/>
                    </a:lnTo>
                    <a:cubicBezTo>
                      <a:pt x="46065" y="428030"/>
                      <a:pt x="30119" y="421425"/>
                      <a:pt x="18362" y="409668"/>
                    </a:cubicBezTo>
                    <a:cubicBezTo>
                      <a:pt x="6605" y="397911"/>
                      <a:pt x="0" y="381965"/>
                      <a:pt x="0" y="365338"/>
                    </a:cubicBezTo>
                    <a:lnTo>
                      <a:pt x="0" y="62692"/>
                    </a:lnTo>
                    <a:cubicBezTo>
                      <a:pt x="0" y="46065"/>
                      <a:pt x="6605" y="30119"/>
                      <a:pt x="18362" y="18362"/>
                    </a:cubicBezTo>
                    <a:cubicBezTo>
                      <a:pt x="30119" y="6605"/>
                      <a:pt x="46065" y="0"/>
                      <a:pt x="62692" y="0"/>
                    </a:cubicBezTo>
                    <a:lnTo>
                      <a:pt x="847991" y="0"/>
                    </a:lnTo>
                    <a:cubicBezTo>
                      <a:pt x="882615" y="0"/>
                      <a:pt x="910683" y="28068"/>
                      <a:pt x="910683" y="62692"/>
                    </a:cubicBezTo>
                    <a:close/>
                  </a:path>
                </a:pathLst>
              </a:custGeom>
              <a:ln w="66675" cap="rnd">
                <a:solidFill>
                  <a:srgbClr val="000000">
                    <a:alpha val="7843"/>
                  </a:srgbClr>
                </a:solidFill>
                <a:prstDash val="lgDash"/>
                <a:round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910683" cy="4661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AutoShape 18" id="18"/>
          <p:cNvSpPr/>
          <p:nvPr/>
        </p:nvSpPr>
        <p:spPr>
          <a:xfrm flipV="true">
            <a:off x="7245618" y="7832130"/>
            <a:ext cx="701057" cy="10379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9" id="19"/>
          <p:cNvSpPr/>
          <p:nvPr/>
        </p:nvSpPr>
        <p:spPr>
          <a:xfrm>
            <a:off x="7245618" y="8559534"/>
            <a:ext cx="694649" cy="7834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0" id="20"/>
          <p:cNvSpPr txBox="true"/>
          <p:nvPr/>
        </p:nvSpPr>
        <p:spPr>
          <a:xfrm rot="0">
            <a:off x="7818520" y="648001"/>
            <a:ext cx="2650960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Parser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100459" y="7492104"/>
            <a:ext cx="2355621" cy="613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Estados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100459" y="8361933"/>
            <a:ext cx="2048051" cy="613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GOTOs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192424" y="8907129"/>
            <a:ext cx="1767747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120"/>
              </a:lnSpc>
              <a:spcBef>
                <a:spcPct val="0"/>
              </a:spcBef>
            </a:pPr>
            <a:r>
              <a:rPr lang="en-US" sz="5800">
                <a:solidFill>
                  <a:srgbClr val="000000">
                    <a:alpha val="19608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item</a:t>
            </a:r>
          </a:p>
        </p:txBody>
      </p:sp>
      <p:sp>
        <p:nvSpPr>
          <p:cNvPr name="Freeform 24" id="24"/>
          <p:cNvSpPr/>
          <p:nvPr/>
        </p:nvSpPr>
        <p:spPr>
          <a:xfrm>
            <a:off x="2572257" y="5061376"/>
            <a:ext cx="430540" cy="273352"/>
          </a:xfrm>
          <a:custGeom>
            <a:avLst/>
            <a:gdLst/>
            <a:ahLst/>
            <a:cxnLst/>
            <a:rect r="r" b="b" t="t" l="l"/>
            <a:pathLst>
              <a:path h="273352" w="430540">
                <a:moveTo>
                  <a:pt x="0" y="0"/>
                </a:moveTo>
                <a:lnTo>
                  <a:pt x="0" y="136675"/>
                </a:lnTo>
                <a:cubicBezTo>
                  <a:pt x="0" y="172924"/>
                  <a:pt x="14400" y="207688"/>
                  <a:pt x="40032" y="233320"/>
                </a:cubicBezTo>
                <a:cubicBezTo>
                  <a:pt x="65663" y="258951"/>
                  <a:pt x="100427" y="273351"/>
                  <a:pt x="136676" y="273351"/>
                </a:cubicBezTo>
                <a:lnTo>
                  <a:pt x="430540" y="273351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>
  <p:cSld>
    <p:bg>
      <p:bgPr>
        <a:solidFill>
          <a:srgbClr val="EEE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31617" y="2645822"/>
            <a:ext cx="3867840" cy="3376362"/>
            <a:chOff x="0" y="0"/>
            <a:chExt cx="5157120" cy="450181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848404"/>
              <a:ext cx="5157120" cy="3653411"/>
              <a:chOff x="0" y="0"/>
              <a:chExt cx="1018692" cy="72168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018692" cy="721687"/>
              </a:xfrm>
              <a:custGeom>
                <a:avLst/>
                <a:gdLst/>
                <a:ahLst/>
                <a:cxnLst/>
                <a:rect r="r" b="b" t="t" l="l"/>
                <a:pathLst>
                  <a:path h="721687" w="1018692">
                    <a:moveTo>
                      <a:pt x="1018692" y="56045"/>
                    </a:moveTo>
                    <a:lnTo>
                      <a:pt x="1018692" y="665642"/>
                    </a:lnTo>
                    <a:cubicBezTo>
                      <a:pt x="1018692" y="680506"/>
                      <a:pt x="1012787" y="694762"/>
                      <a:pt x="1002276" y="705272"/>
                    </a:cubicBezTo>
                    <a:cubicBezTo>
                      <a:pt x="991766" y="715783"/>
                      <a:pt x="977510" y="721687"/>
                      <a:pt x="962646" y="721687"/>
                    </a:cubicBezTo>
                    <a:lnTo>
                      <a:pt x="56045" y="721687"/>
                    </a:lnTo>
                    <a:cubicBezTo>
                      <a:pt x="41181" y="721687"/>
                      <a:pt x="26926" y="715783"/>
                      <a:pt x="16415" y="705272"/>
                    </a:cubicBezTo>
                    <a:cubicBezTo>
                      <a:pt x="5905" y="694762"/>
                      <a:pt x="0" y="680506"/>
                      <a:pt x="0" y="665642"/>
                    </a:cubicBezTo>
                    <a:lnTo>
                      <a:pt x="0" y="56045"/>
                    </a:lnTo>
                    <a:cubicBezTo>
                      <a:pt x="0" y="41181"/>
                      <a:pt x="5905" y="26926"/>
                      <a:pt x="16415" y="16415"/>
                    </a:cubicBezTo>
                    <a:cubicBezTo>
                      <a:pt x="26926" y="5905"/>
                      <a:pt x="41181" y="0"/>
                      <a:pt x="56045" y="0"/>
                    </a:cubicBezTo>
                    <a:lnTo>
                      <a:pt x="962646" y="0"/>
                    </a:lnTo>
                    <a:cubicBezTo>
                      <a:pt x="977510" y="0"/>
                      <a:pt x="991766" y="5905"/>
                      <a:pt x="1002276" y="16415"/>
                    </a:cubicBezTo>
                    <a:cubicBezTo>
                      <a:pt x="1012787" y="26926"/>
                      <a:pt x="1018692" y="41181"/>
                      <a:pt x="1018692" y="56045"/>
                    </a:cubicBezTo>
                    <a:close/>
                  </a:path>
                </a:pathLst>
              </a:custGeom>
              <a:ln w="66675" cap="rnd">
                <a:solidFill>
                  <a:srgbClr val="000000">
                    <a:alpha val="7843"/>
                  </a:srgbClr>
                </a:solidFill>
                <a:prstDash val="lgDash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1018692" cy="7597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298944" y="-66675"/>
              <a:ext cx="2986705" cy="9150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  <a:spcBef>
                  <a:spcPct val="0"/>
                </a:spcBef>
              </a:pPr>
              <a:r>
                <a:rPr lang="en-US" sz="4200" i="true">
                  <a:solidFill>
                    <a:srgbClr val="000000"/>
                  </a:solidFill>
                  <a:latin typeface="JetBrains Mono Italics"/>
                  <a:ea typeface="JetBrains Mono Italics"/>
                  <a:cs typeface="JetBrains Mono Italics"/>
                  <a:sym typeface="JetBrains Mono Italics"/>
                </a:rPr>
                <a:t>Grammar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732905" y="1358592"/>
              <a:ext cx="2925410" cy="7956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b="true" sz="3599">
                  <a:solidFill>
                    <a:srgbClr val="000000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firsts()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732905" y="2255416"/>
              <a:ext cx="3290976" cy="7956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b="true" sz="3599">
                  <a:solidFill>
                    <a:srgbClr val="000000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follows()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2005838" y="3149454"/>
              <a:ext cx="2559623" cy="7956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sz="3599">
                  <a:solidFill>
                    <a:srgbClr val="00000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first()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665537" y="6701766"/>
            <a:ext cx="3457747" cy="2337620"/>
            <a:chOff x="0" y="0"/>
            <a:chExt cx="4610329" cy="3116827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190026" y="-66675"/>
              <a:ext cx="2986705" cy="9150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  <a:spcBef>
                  <a:spcPct val="0"/>
                </a:spcBef>
              </a:pPr>
              <a:r>
                <a:rPr lang="en-US" sz="4200" i="true">
                  <a:solidFill>
                    <a:srgbClr val="000000"/>
                  </a:solidFill>
                  <a:latin typeface="JetBrains Mono Italics"/>
                  <a:ea typeface="JetBrains Mono Italics"/>
                  <a:cs typeface="JetBrains Mono Italics"/>
                  <a:sym typeface="JetBrains Mono Italics"/>
                </a:rPr>
                <a:t>LRItem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608415" y="1155457"/>
              <a:ext cx="1645488" cy="7956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sz="3599">
                  <a:solidFill>
                    <a:srgbClr val="00000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lhs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431159" y="1981097"/>
              <a:ext cx="1645488" cy="7956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b="true" sz="3599">
                  <a:solidFill>
                    <a:srgbClr val="000000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dot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2253903" y="1155457"/>
              <a:ext cx="1845655" cy="7956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sz="3599">
                  <a:solidFill>
                    <a:srgbClr val="00000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rhs</a:t>
              </a:r>
            </a:p>
          </p:txBody>
        </p:sp>
        <p:grpSp>
          <p:nvGrpSpPr>
            <p:cNvPr name="Group 15" id="15"/>
            <p:cNvGrpSpPr/>
            <p:nvPr/>
          </p:nvGrpSpPr>
          <p:grpSpPr>
            <a:xfrm rot="0">
              <a:off x="0" y="950004"/>
              <a:ext cx="4610329" cy="2166823"/>
              <a:chOff x="0" y="0"/>
              <a:chExt cx="910683" cy="42803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910683" cy="428030"/>
              </a:xfrm>
              <a:custGeom>
                <a:avLst/>
                <a:gdLst/>
                <a:ahLst/>
                <a:cxnLst/>
                <a:rect r="r" b="b" t="t" l="l"/>
                <a:pathLst>
                  <a:path h="428030" w="910683">
                    <a:moveTo>
                      <a:pt x="910683" y="62692"/>
                    </a:moveTo>
                    <a:lnTo>
                      <a:pt x="910683" y="365338"/>
                    </a:lnTo>
                    <a:cubicBezTo>
                      <a:pt x="910683" y="381965"/>
                      <a:pt x="904078" y="397911"/>
                      <a:pt x="892321" y="409668"/>
                    </a:cubicBezTo>
                    <a:cubicBezTo>
                      <a:pt x="880564" y="421425"/>
                      <a:pt x="864618" y="428030"/>
                      <a:pt x="847991" y="428030"/>
                    </a:cubicBezTo>
                    <a:lnTo>
                      <a:pt x="62692" y="428030"/>
                    </a:lnTo>
                    <a:cubicBezTo>
                      <a:pt x="46065" y="428030"/>
                      <a:pt x="30119" y="421425"/>
                      <a:pt x="18362" y="409668"/>
                    </a:cubicBezTo>
                    <a:cubicBezTo>
                      <a:pt x="6605" y="397911"/>
                      <a:pt x="0" y="381965"/>
                      <a:pt x="0" y="365338"/>
                    </a:cubicBezTo>
                    <a:lnTo>
                      <a:pt x="0" y="62692"/>
                    </a:lnTo>
                    <a:cubicBezTo>
                      <a:pt x="0" y="46065"/>
                      <a:pt x="6605" y="30119"/>
                      <a:pt x="18362" y="18362"/>
                    </a:cubicBezTo>
                    <a:cubicBezTo>
                      <a:pt x="30119" y="6605"/>
                      <a:pt x="46065" y="0"/>
                      <a:pt x="62692" y="0"/>
                    </a:cubicBezTo>
                    <a:lnTo>
                      <a:pt x="847991" y="0"/>
                    </a:lnTo>
                    <a:cubicBezTo>
                      <a:pt x="882615" y="0"/>
                      <a:pt x="910683" y="28068"/>
                      <a:pt x="910683" y="62692"/>
                    </a:cubicBezTo>
                    <a:close/>
                  </a:path>
                </a:pathLst>
              </a:custGeom>
              <a:ln w="66675" cap="rnd">
                <a:solidFill>
                  <a:srgbClr val="000000">
                    <a:alpha val="7843"/>
                  </a:srgbClr>
                </a:solidFill>
                <a:prstDash val="lgDash"/>
                <a:round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910683" cy="4661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AutoShape 18" id="18"/>
          <p:cNvSpPr/>
          <p:nvPr/>
        </p:nvSpPr>
        <p:spPr>
          <a:xfrm flipV="true">
            <a:off x="7245618" y="7832130"/>
            <a:ext cx="701057" cy="10379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9" id="19"/>
          <p:cNvSpPr/>
          <p:nvPr/>
        </p:nvSpPr>
        <p:spPr>
          <a:xfrm>
            <a:off x="7245618" y="8559534"/>
            <a:ext cx="694649" cy="7834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0" id="20"/>
          <p:cNvSpPr txBox="true"/>
          <p:nvPr/>
        </p:nvSpPr>
        <p:spPr>
          <a:xfrm rot="0">
            <a:off x="7818520" y="648001"/>
            <a:ext cx="2650960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Parser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100459" y="7492104"/>
            <a:ext cx="2355621" cy="613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Estados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100459" y="8361933"/>
            <a:ext cx="2048051" cy="613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GOTOs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159505" y="2729463"/>
            <a:ext cx="3519951" cy="1137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40"/>
              </a:lnSpc>
              <a:spcBef>
                <a:spcPct val="0"/>
              </a:spcBef>
            </a:pPr>
            <a:r>
              <a:rPr lang="en-US" sz="66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parse()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750570" y="8907129"/>
            <a:ext cx="2209602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120"/>
              </a:lnSpc>
              <a:spcBef>
                <a:spcPct val="0"/>
              </a:spcBef>
            </a:pPr>
            <a:r>
              <a:rPr lang="en-US" sz="5800">
                <a:solidFill>
                  <a:srgbClr val="000000">
                    <a:alpha val="19608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parse</a:t>
            </a:r>
          </a:p>
        </p:txBody>
      </p:sp>
      <p:sp>
        <p:nvSpPr>
          <p:cNvPr name="Freeform 25" id="25"/>
          <p:cNvSpPr/>
          <p:nvPr/>
        </p:nvSpPr>
        <p:spPr>
          <a:xfrm>
            <a:off x="2572257" y="5061376"/>
            <a:ext cx="430540" cy="273352"/>
          </a:xfrm>
          <a:custGeom>
            <a:avLst/>
            <a:gdLst/>
            <a:ahLst/>
            <a:cxnLst/>
            <a:rect r="r" b="b" t="t" l="l"/>
            <a:pathLst>
              <a:path h="273352" w="430540">
                <a:moveTo>
                  <a:pt x="0" y="0"/>
                </a:moveTo>
                <a:lnTo>
                  <a:pt x="0" y="136675"/>
                </a:lnTo>
                <a:cubicBezTo>
                  <a:pt x="0" y="172924"/>
                  <a:pt x="14400" y="207688"/>
                  <a:pt x="40032" y="233320"/>
                </a:cubicBezTo>
                <a:cubicBezTo>
                  <a:pt x="65663" y="258951"/>
                  <a:pt x="100427" y="273351"/>
                  <a:pt x="136676" y="273351"/>
                </a:cubicBezTo>
                <a:lnTo>
                  <a:pt x="430540" y="273351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>
  <p:cSld>
    <p:bg>
      <p:bgPr>
        <a:solidFill>
          <a:srgbClr val="EEE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31617" y="2645822"/>
            <a:ext cx="3867840" cy="3376362"/>
            <a:chOff x="0" y="0"/>
            <a:chExt cx="5157120" cy="450181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848404"/>
              <a:ext cx="5157120" cy="3653411"/>
              <a:chOff x="0" y="0"/>
              <a:chExt cx="1018692" cy="72168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018692" cy="721687"/>
              </a:xfrm>
              <a:custGeom>
                <a:avLst/>
                <a:gdLst/>
                <a:ahLst/>
                <a:cxnLst/>
                <a:rect r="r" b="b" t="t" l="l"/>
                <a:pathLst>
                  <a:path h="721687" w="1018692">
                    <a:moveTo>
                      <a:pt x="1018692" y="56045"/>
                    </a:moveTo>
                    <a:lnTo>
                      <a:pt x="1018692" y="665642"/>
                    </a:lnTo>
                    <a:cubicBezTo>
                      <a:pt x="1018692" y="680506"/>
                      <a:pt x="1012787" y="694762"/>
                      <a:pt x="1002276" y="705272"/>
                    </a:cubicBezTo>
                    <a:cubicBezTo>
                      <a:pt x="991766" y="715783"/>
                      <a:pt x="977510" y="721687"/>
                      <a:pt x="962646" y="721687"/>
                    </a:cubicBezTo>
                    <a:lnTo>
                      <a:pt x="56045" y="721687"/>
                    </a:lnTo>
                    <a:cubicBezTo>
                      <a:pt x="41181" y="721687"/>
                      <a:pt x="26926" y="715783"/>
                      <a:pt x="16415" y="705272"/>
                    </a:cubicBezTo>
                    <a:cubicBezTo>
                      <a:pt x="5905" y="694762"/>
                      <a:pt x="0" y="680506"/>
                      <a:pt x="0" y="665642"/>
                    </a:cubicBezTo>
                    <a:lnTo>
                      <a:pt x="0" y="56045"/>
                    </a:lnTo>
                    <a:cubicBezTo>
                      <a:pt x="0" y="41181"/>
                      <a:pt x="5905" y="26926"/>
                      <a:pt x="16415" y="16415"/>
                    </a:cubicBezTo>
                    <a:cubicBezTo>
                      <a:pt x="26926" y="5905"/>
                      <a:pt x="41181" y="0"/>
                      <a:pt x="56045" y="0"/>
                    </a:cubicBezTo>
                    <a:lnTo>
                      <a:pt x="962646" y="0"/>
                    </a:lnTo>
                    <a:cubicBezTo>
                      <a:pt x="977510" y="0"/>
                      <a:pt x="991766" y="5905"/>
                      <a:pt x="1002276" y="16415"/>
                    </a:cubicBezTo>
                    <a:cubicBezTo>
                      <a:pt x="1012787" y="26926"/>
                      <a:pt x="1018692" y="41181"/>
                      <a:pt x="1018692" y="56045"/>
                    </a:cubicBezTo>
                    <a:close/>
                  </a:path>
                </a:pathLst>
              </a:custGeom>
              <a:ln w="66675" cap="rnd">
                <a:solidFill>
                  <a:srgbClr val="000000">
                    <a:alpha val="7843"/>
                  </a:srgbClr>
                </a:solidFill>
                <a:prstDash val="lgDash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1018692" cy="7597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298944" y="-66675"/>
              <a:ext cx="2986705" cy="9150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  <a:spcBef>
                  <a:spcPct val="0"/>
                </a:spcBef>
              </a:pPr>
              <a:r>
                <a:rPr lang="en-US" sz="4200" i="true">
                  <a:solidFill>
                    <a:srgbClr val="000000"/>
                  </a:solidFill>
                  <a:latin typeface="JetBrains Mono Italics"/>
                  <a:ea typeface="JetBrains Mono Italics"/>
                  <a:cs typeface="JetBrains Mono Italics"/>
                  <a:sym typeface="JetBrains Mono Italics"/>
                </a:rPr>
                <a:t>Grammar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732905" y="1358592"/>
              <a:ext cx="2925410" cy="7956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b="true" sz="3599">
                  <a:solidFill>
                    <a:srgbClr val="000000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firsts()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732905" y="2255416"/>
              <a:ext cx="3290976" cy="7956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b="true" sz="3599">
                  <a:solidFill>
                    <a:srgbClr val="000000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follows()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2005838" y="3149454"/>
              <a:ext cx="2559623" cy="7956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sz="3599">
                  <a:solidFill>
                    <a:srgbClr val="00000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first()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665537" y="6701766"/>
            <a:ext cx="3457747" cy="2337620"/>
            <a:chOff x="0" y="0"/>
            <a:chExt cx="4610329" cy="3116827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190026" y="-66675"/>
              <a:ext cx="2986705" cy="9150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  <a:spcBef>
                  <a:spcPct val="0"/>
                </a:spcBef>
              </a:pPr>
              <a:r>
                <a:rPr lang="en-US" sz="4200" i="true">
                  <a:solidFill>
                    <a:srgbClr val="000000"/>
                  </a:solidFill>
                  <a:latin typeface="JetBrains Mono Italics"/>
                  <a:ea typeface="JetBrains Mono Italics"/>
                  <a:cs typeface="JetBrains Mono Italics"/>
                  <a:sym typeface="JetBrains Mono Italics"/>
                </a:rPr>
                <a:t>LRItem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608415" y="1155457"/>
              <a:ext cx="1645488" cy="7956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sz="3599">
                  <a:solidFill>
                    <a:srgbClr val="00000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lhs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431159" y="1981097"/>
              <a:ext cx="1645488" cy="7956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b="true" sz="3599">
                  <a:solidFill>
                    <a:srgbClr val="000000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dot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2253903" y="1155457"/>
              <a:ext cx="1845655" cy="7956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sz="3599">
                  <a:solidFill>
                    <a:srgbClr val="00000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rhs</a:t>
              </a:r>
            </a:p>
          </p:txBody>
        </p:sp>
        <p:grpSp>
          <p:nvGrpSpPr>
            <p:cNvPr name="Group 15" id="15"/>
            <p:cNvGrpSpPr/>
            <p:nvPr/>
          </p:nvGrpSpPr>
          <p:grpSpPr>
            <a:xfrm rot="0">
              <a:off x="0" y="950004"/>
              <a:ext cx="4610329" cy="2166823"/>
              <a:chOff x="0" y="0"/>
              <a:chExt cx="910683" cy="42803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910683" cy="428030"/>
              </a:xfrm>
              <a:custGeom>
                <a:avLst/>
                <a:gdLst/>
                <a:ahLst/>
                <a:cxnLst/>
                <a:rect r="r" b="b" t="t" l="l"/>
                <a:pathLst>
                  <a:path h="428030" w="910683">
                    <a:moveTo>
                      <a:pt x="910683" y="62692"/>
                    </a:moveTo>
                    <a:lnTo>
                      <a:pt x="910683" y="365338"/>
                    </a:lnTo>
                    <a:cubicBezTo>
                      <a:pt x="910683" y="381965"/>
                      <a:pt x="904078" y="397911"/>
                      <a:pt x="892321" y="409668"/>
                    </a:cubicBezTo>
                    <a:cubicBezTo>
                      <a:pt x="880564" y="421425"/>
                      <a:pt x="864618" y="428030"/>
                      <a:pt x="847991" y="428030"/>
                    </a:cubicBezTo>
                    <a:lnTo>
                      <a:pt x="62692" y="428030"/>
                    </a:lnTo>
                    <a:cubicBezTo>
                      <a:pt x="46065" y="428030"/>
                      <a:pt x="30119" y="421425"/>
                      <a:pt x="18362" y="409668"/>
                    </a:cubicBezTo>
                    <a:cubicBezTo>
                      <a:pt x="6605" y="397911"/>
                      <a:pt x="0" y="381965"/>
                      <a:pt x="0" y="365338"/>
                    </a:cubicBezTo>
                    <a:lnTo>
                      <a:pt x="0" y="62692"/>
                    </a:lnTo>
                    <a:cubicBezTo>
                      <a:pt x="0" y="46065"/>
                      <a:pt x="6605" y="30119"/>
                      <a:pt x="18362" y="18362"/>
                    </a:cubicBezTo>
                    <a:cubicBezTo>
                      <a:pt x="30119" y="6605"/>
                      <a:pt x="46065" y="0"/>
                      <a:pt x="62692" y="0"/>
                    </a:cubicBezTo>
                    <a:lnTo>
                      <a:pt x="847991" y="0"/>
                    </a:lnTo>
                    <a:cubicBezTo>
                      <a:pt x="882615" y="0"/>
                      <a:pt x="910683" y="28068"/>
                      <a:pt x="910683" y="62692"/>
                    </a:cubicBezTo>
                    <a:close/>
                  </a:path>
                </a:pathLst>
              </a:custGeom>
              <a:ln w="66675" cap="rnd">
                <a:solidFill>
                  <a:srgbClr val="000000">
                    <a:alpha val="7843"/>
                  </a:srgbClr>
                </a:solidFill>
                <a:prstDash val="lgDash"/>
                <a:round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910683" cy="4661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AutoShape 18" id="18"/>
          <p:cNvSpPr/>
          <p:nvPr/>
        </p:nvSpPr>
        <p:spPr>
          <a:xfrm flipV="true">
            <a:off x="7245618" y="7832130"/>
            <a:ext cx="701057" cy="10379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9" id="19"/>
          <p:cNvSpPr/>
          <p:nvPr/>
        </p:nvSpPr>
        <p:spPr>
          <a:xfrm>
            <a:off x="7245618" y="8559534"/>
            <a:ext cx="694649" cy="7834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0" id="20"/>
          <p:cNvSpPr txBox="true"/>
          <p:nvPr/>
        </p:nvSpPr>
        <p:spPr>
          <a:xfrm rot="0">
            <a:off x="7818520" y="648001"/>
            <a:ext cx="2650960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Parser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100459" y="7492104"/>
            <a:ext cx="2355621" cy="613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Estados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100459" y="8361933"/>
            <a:ext cx="2048051" cy="613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GOTOs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159505" y="2729463"/>
            <a:ext cx="3519951" cy="1137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40"/>
              </a:lnSpc>
              <a:spcBef>
                <a:spcPct val="0"/>
              </a:spcBef>
            </a:pPr>
            <a:r>
              <a:rPr lang="en-US" sz="66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parse()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389824" y="4012085"/>
            <a:ext cx="5028902" cy="745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  <a:spcBef>
                <a:spcPct val="0"/>
              </a:spcBef>
            </a:pPr>
            <a:r>
              <a:rPr lang="en-US" sz="44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itera os tokens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750570" y="8907129"/>
            <a:ext cx="2209602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120"/>
              </a:lnSpc>
              <a:spcBef>
                <a:spcPct val="0"/>
              </a:spcBef>
            </a:pPr>
            <a:r>
              <a:rPr lang="en-US" sz="5800">
                <a:solidFill>
                  <a:srgbClr val="000000">
                    <a:alpha val="19608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parse</a:t>
            </a:r>
          </a:p>
        </p:txBody>
      </p:sp>
      <p:sp>
        <p:nvSpPr>
          <p:cNvPr name="Freeform 26" id="26"/>
          <p:cNvSpPr/>
          <p:nvPr/>
        </p:nvSpPr>
        <p:spPr>
          <a:xfrm>
            <a:off x="2572257" y="5061376"/>
            <a:ext cx="430540" cy="273352"/>
          </a:xfrm>
          <a:custGeom>
            <a:avLst/>
            <a:gdLst/>
            <a:ahLst/>
            <a:cxnLst/>
            <a:rect r="r" b="b" t="t" l="l"/>
            <a:pathLst>
              <a:path h="273352" w="430540">
                <a:moveTo>
                  <a:pt x="0" y="0"/>
                </a:moveTo>
                <a:lnTo>
                  <a:pt x="0" y="136675"/>
                </a:lnTo>
                <a:cubicBezTo>
                  <a:pt x="0" y="172924"/>
                  <a:pt x="14400" y="207688"/>
                  <a:pt x="40032" y="233320"/>
                </a:cubicBezTo>
                <a:cubicBezTo>
                  <a:pt x="65663" y="258951"/>
                  <a:pt x="100427" y="273351"/>
                  <a:pt x="136676" y="273351"/>
                </a:cubicBezTo>
                <a:lnTo>
                  <a:pt x="430540" y="273351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27" id="27"/>
          <p:cNvSpPr/>
          <p:nvPr/>
        </p:nvSpPr>
        <p:spPr>
          <a:xfrm>
            <a:off x="15143429" y="3364797"/>
            <a:ext cx="443108" cy="752129"/>
          </a:xfrm>
          <a:custGeom>
            <a:avLst/>
            <a:gdLst/>
            <a:ahLst/>
            <a:cxnLst/>
            <a:rect r="r" b="b" t="t" l="l"/>
            <a:pathLst>
              <a:path h="752129" w="443108">
                <a:moveTo>
                  <a:pt x="0" y="0"/>
                </a:moveTo>
                <a:quadBezTo>
                  <a:pt x="677519" y="156309"/>
                  <a:pt x="319102" y="752129"/>
                </a:quadBez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>
  <p:cSld>
    <p:bg>
      <p:bgPr>
        <a:solidFill>
          <a:srgbClr val="EEE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31617" y="2645822"/>
            <a:ext cx="3867840" cy="3376362"/>
            <a:chOff x="0" y="0"/>
            <a:chExt cx="5157120" cy="450181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848404"/>
              <a:ext cx="5157120" cy="3653411"/>
              <a:chOff x="0" y="0"/>
              <a:chExt cx="1018692" cy="72168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018692" cy="721687"/>
              </a:xfrm>
              <a:custGeom>
                <a:avLst/>
                <a:gdLst/>
                <a:ahLst/>
                <a:cxnLst/>
                <a:rect r="r" b="b" t="t" l="l"/>
                <a:pathLst>
                  <a:path h="721687" w="1018692">
                    <a:moveTo>
                      <a:pt x="1018692" y="56045"/>
                    </a:moveTo>
                    <a:lnTo>
                      <a:pt x="1018692" y="665642"/>
                    </a:lnTo>
                    <a:cubicBezTo>
                      <a:pt x="1018692" y="680506"/>
                      <a:pt x="1012787" y="694762"/>
                      <a:pt x="1002276" y="705272"/>
                    </a:cubicBezTo>
                    <a:cubicBezTo>
                      <a:pt x="991766" y="715783"/>
                      <a:pt x="977510" y="721687"/>
                      <a:pt x="962646" y="721687"/>
                    </a:cubicBezTo>
                    <a:lnTo>
                      <a:pt x="56045" y="721687"/>
                    </a:lnTo>
                    <a:cubicBezTo>
                      <a:pt x="41181" y="721687"/>
                      <a:pt x="26926" y="715783"/>
                      <a:pt x="16415" y="705272"/>
                    </a:cubicBezTo>
                    <a:cubicBezTo>
                      <a:pt x="5905" y="694762"/>
                      <a:pt x="0" y="680506"/>
                      <a:pt x="0" y="665642"/>
                    </a:cubicBezTo>
                    <a:lnTo>
                      <a:pt x="0" y="56045"/>
                    </a:lnTo>
                    <a:cubicBezTo>
                      <a:pt x="0" y="41181"/>
                      <a:pt x="5905" y="26926"/>
                      <a:pt x="16415" y="16415"/>
                    </a:cubicBezTo>
                    <a:cubicBezTo>
                      <a:pt x="26926" y="5905"/>
                      <a:pt x="41181" y="0"/>
                      <a:pt x="56045" y="0"/>
                    </a:cubicBezTo>
                    <a:lnTo>
                      <a:pt x="962646" y="0"/>
                    </a:lnTo>
                    <a:cubicBezTo>
                      <a:pt x="977510" y="0"/>
                      <a:pt x="991766" y="5905"/>
                      <a:pt x="1002276" y="16415"/>
                    </a:cubicBezTo>
                    <a:cubicBezTo>
                      <a:pt x="1012787" y="26926"/>
                      <a:pt x="1018692" y="41181"/>
                      <a:pt x="1018692" y="56045"/>
                    </a:cubicBezTo>
                    <a:close/>
                  </a:path>
                </a:pathLst>
              </a:custGeom>
              <a:ln w="66675" cap="rnd">
                <a:solidFill>
                  <a:srgbClr val="000000">
                    <a:alpha val="7843"/>
                  </a:srgbClr>
                </a:solidFill>
                <a:prstDash val="lgDash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1018692" cy="7597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298944" y="-66675"/>
              <a:ext cx="2986705" cy="9150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  <a:spcBef>
                  <a:spcPct val="0"/>
                </a:spcBef>
              </a:pPr>
              <a:r>
                <a:rPr lang="en-US" sz="4200" i="true">
                  <a:solidFill>
                    <a:srgbClr val="000000"/>
                  </a:solidFill>
                  <a:latin typeface="JetBrains Mono Italics"/>
                  <a:ea typeface="JetBrains Mono Italics"/>
                  <a:cs typeface="JetBrains Mono Italics"/>
                  <a:sym typeface="JetBrains Mono Italics"/>
                </a:rPr>
                <a:t>Grammar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732905" y="1358592"/>
              <a:ext cx="2925410" cy="7956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b="true" sz="3599">
                  <a:solidFill>
                    <a:srgbClr val="000000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firsts()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732905" y="2255416"/>
              <a:ext cx="3290976" cy="7956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b="true" sz="3599">
                  <a:solidFill>
                    <a:srgbClr val="000000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follows()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2005838" y="3149454"/>
              <a:ext cx="2559623" cy="7956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sz="3599">
                  <a:solidFill>
                    <a:srgbClr val="00000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first()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665537" y="6701766"/>
            <a:ext cx="3457747" cy="2337620"/>
            <a:chOff x="0" y="0"/>
            <a:chExt cx="4610329" cy="3116827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190026" y="-66675"/>
              <a:ext cx="2986705" cy="9150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  <a:spcBef>
                  <a:spcPct val="0"/>
                </a:spcBef>
              </a:pPr>
              <a:r>
                <a:rPr lang="en-US" sz="4200" i="true">
                  <a:solidFill>
                    <a:srgbClr val="000000"/>
                  </a:solidFill>
                  <a:latin typeface="JetBrains Mono Italics"/>
                  <a:ea typeface="JetBrains Mono Italics"/>
                  <a:cs typeface="JetBrains Mono Italics"/>
                  <a:sym typeface="JetBrains Mono Italics"/>
                </a:rPr>
                <a:t>LRItem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608415" y="1155457"/>
              <a:ext cx="1645488" cy="7956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sz="3599">
                  <a:solidFill>
                    <a:srgbClr val="00000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lhs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431159" y="1981097"/>
              <a:ext cx="1645488" cy="7956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b="true" sz="3599">
                  <a:solidFill>
                    <a:srgbClr val="000000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dot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2253903" y="1155457"/>
              <a:ext cx="1845655" cy="7956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sz="3599">
                  <a:solidFill>
                    <a:srgbClr val="00000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rhs</a:t>
              </a:r>
            </a:p>
          </p:txBody>
        </p:sp>
        <p:grpSp>
          <p:nvGrpSpPr>
            <p:cNvPr name="Group 15" id="15"/>
            <p:cNvGrpSpPr/>
            <p:nvPr/>
          </p:nvGrpSpPr>
          <p:grpSpPr>
            <a:xfrm rot="0">
              <a:off x="0" y="950004"/>
              <a:ext cx="4610329" cy="2166823"/>
              <a:chOff x="0" y="0"/>
              <a:chExt cx="910683" cy="42803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910683" cy="428030"/>
              </a:xfrm>
              <a:custGeom>
                <a:avLst/>
                <a:gdLst/>
                <a:ahLst/>
                <a:cxnLst/>
                <a:rect r="r" b="b" t="t" l="l"/>
                <a:pathLst>
                  <a:path h="428030" w="910683">
                    <a:moveTo>
                      <a:pt x="910683" y="62692"/>
                    </a:moveTo>
                    <a:lnTo>
                      <a:pt x="910683" y="365338"/>
                    </a:lnTo>
                    <a:cubicBezTo>
                      <a:pt x="910683" y="381965"/>
                      <a:pt x="904078" y="397911"/>
                      <a:pt x="892321" y="409668"/>
                    </a:cubicBezTo>
                    <a:cubicBezTo>
                      <a:pt x="880564" y="421425"/>
                      <a:pt x="864618" y="428030"/>
                      <a:pt x="847991" y="428030"/>
                    </a:cubicBezTo>
                    <a:lnTo>
                      <a:pt x="62692" y="428030"/>
                    </a:lnTo>
                    <a:cubicBezTo>
                      <a:pt x="46065" y="428030"/>
                      <a:pt x="30119" y="421425"/>
                      <a:pt x="18362" y="409668"/>
                    </a:cubicBezTo>
                    <a:cubicBezTo>
                      <a:pt x="6605" y="397911"/>
                      <a:pt x="0" y="381965"/>
                      <a:pt x="0" y="365338"/>
                    </a:cubicBezTo>
                    <a:lnTo>
                      <a:pt x="0" y="62692"/>
                    </a:lnTo>
                    <a:cubicBezTo>
                      <a:pt x="0" y="46065"/>
                      <a:pt x="6605" y="30119"/>
                      <a:pt x="18362" y="18362"/>
                    </a:cubicBezTo>
                    <a:cubicBezTo>
                      <a:pt x="30119" y="6605"/>
                      <a:pt x="46065" y="0"/>
                      <a:pt x="62692" y="0"/>
                    </a:cubicBezTo>
                    <a:lnTo>
                      <a:pt x="847991" y="0"/>
                    </a:lnTo>
                    <a:cubicBezTo>
                      <a:pt x="882615" y="0"/>
                      <a:pt x="910683" y="28068"/>
                      <a:pt x="910683" y="62692"/>
                    </a:cubicBezTo>
                    <a:close/>
                  </a:path>
                </a:pathLst>
              </a:custGeom>
              <a:ln w="66675" cap="rnd">
                <a:solidFill>
                  <a:srgbClr val="000000">
                    <a:alpha val="7843"/>
                  </a:srgbClr>
                </a:solidFill>
                <a:prstDash val="lgDash"/>
                <a:round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910683" cy="4661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AutoShape 18" id="18"/>
          <p:cNvSpPr/>
          <p:nvPr/>
        </p:nvSpPr>
        <p:spPr>
          <a:xfrm flipV="true">
            <a:off x="7245618" y="7832130"/>
            <a:ext cx="701057" cy="10379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9" id="19"/>
          <p:cNvSpPr/>
          <p:nvPr/>
        </p:nvSpPr>
        <p:spPr>
          <a:xfrm>
            <a:off x="7245618" y="8559534"/>
            <a:ext cx="694649" cy="7834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0" id="20"/>
          <p:cNvSpPr txBox="true"/>
          <p:nvPr/>
        </p:nvSpPr>
        <p:spPr>
          <a:xfrm rot="0">
            <a:off x="7818520" y="648001"/>
            <a:ext cx="2650960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Parser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100459" y="7492104"/>
            <a:ext cx="2355621" cy="613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Estados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100459" y="8361933"/>
            <a:ext cx="2048051" cy="613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GOTOs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159505" y="2729463"/>
            <a:ext cx="3519951" cy="1137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40"/>
              </a:lnSpc>
              <a:spcBef>
                <a:spcPct val="0"/>
              </a:spcBef>
            </a:pPr>
            <a:r>
              <a:rPr lang="en-US" sz="66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parse()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389824" y="4012085"/>
            <a:ext cx="5028902" cy="745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  <a:spcBef>
                <a:spcPct val="0"/>
              </a:spcBef>
            </a:pPr>
            <a:r>
              <a:rPr lang="en-US" sz="44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itera os tokens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37350" y="4732672"/>
            <a:ext cx="5364262" cy="745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  <a:spcBef>
                <a:spcPct val="0"/>
              </a:spcBef>
            </a:pPr>
            <a:r>
              <a:rPr lang="en-US" sz="44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modifica a pilha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750570" y="8907129"/>
            <a:ext cx="2209602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120"/>
              </a:lnSpc>
              <a:spcBef>
                <a:spcPct val="0"/>
              </a:spcBef>
            </a:pPr>
            <a:r>
              <a:rPr lang="en-US" sz="5800">
                <a:solidFill>
                  <a:srgbClr val="000000">
                    <a:alpha val="19608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parse</a:t>
            </a:r>
          </a:p>
        </p:txBody>
      </p:sp>
      <p:sp>
        <p:nvSpPr>
          <p:cNvPr name="Freeform 27" id="27"/>
          <p:cNvSpPr/>
          <p:nvPr/>
        </p:nvSpPr>
        <p:spPr>
          <a:xfrm>
            <a:off x="2572257" y="5061376"/>
            <a:ext cx="430540" cy="273352"/>
          </a:xfrm>
          <a:custGeom>
            <a:avLst/>
            <a:gdLst/>
            <a:ahLst/>
            <a:cxnLst/>
            <a:rect r="r" b="b" t="t" l="l"/>
            <a:pathLst>
              <a:path h="273352" w="430540">
                <a:moveTo>
                  <a:pt x="0" y="0"/>
                </a:moveTo>
                <a:lnTo>
                  <a:pt x="0" y="136675"/>
                </a:lnTo>
                <a:cubicBezTo>
                  <a:pt x="0" y="172924"/>
                  <a:pt x="14400" y="207688"/>
                  <a:pt x="40032" y="233320"/>
                </a:cubicBezTo>
                <a:cubicBezTo>
                  <a:pt x="65663" y="258951"/>
                  <a:pt x="100427" y="273351"/>
                  <a:pt x="136676" y="273351"/>
                </a:cubicBezTo>
                <a:lnTo>
                  <a:pt x="430540" y="273351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28" id="28"/>
          <p:cNvSpPr/>
          <p:nvPr/>
        </p:nvSpPr>
        <p:spPr>
          <a:xfrm>
            <a:off x="15143429" y="3364797"/>
            <a:ext cx="443108" cy="752129"/>
          </a:xfrm>
          <a:custGeom>
            <a:avLst/>
            <a:gdLst/>
            <a:ahLst/>
            <a:cxnLst/>
            <a:rect r="r" b="b" t="t" l="l"/>
            <a:pathLst>
              <a:path h="752129" w="443108">
                <a:moveTo>
                  <a:pt x="0" y="0"/>
                </a:moveTo>
                <a:quadBezTo>
                  <a:pt x="677519" y="156309"/>
                  <a:pt x="319102" y="752129"/>
                </a:quadBez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29" id="29"/>
          <p:cNvSpPr/>
          <p:nvPr/>
        </p:nvSpPr>
        <p:spPr>
          <a:xfrm>
            <a:off x="9676521" y="4422913"/>
            <a:ext cx="318536" cy="638463"/>
          </a:xfrm>
          <a:custGeom>
            <a:avLst/>
            <a:gdLst/>
            <a:ahLst/>
            <a:cxnLst/>
            <a:rect r="r" b="b" t="t" l="l"/>
            <a:pathLst>
              <a:path h="638463" w="318536">
                <a:moveTo>
                  <a:pt x="318536" y="0"/>
                </a:moveTo>
                <a:quadBezTo>
                  <a:pt x="-282019" y="258184"/>
                  <a:pt x="249689" y="638463"/>
                </a:quadBez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>
  <p:cSld>
    <p:bg>
      <p:bgPr>
        <a:solidFill>
          <a:srgbClr val="EEE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31617" y="2645822"/>
            <a:ext cx="3867840" cy="3376362"/>
            <a:chOff x="0" y="0"/>
            <a:chExt cx="5157120" cy="450181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848404"/>
              <a:ext cx="5157120" cy="3653411"/>
              <a:chOff x="0" y="0"/>
              <a:chExt cx="1018692" cy="72168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018692" cy="721687"/>
              </a:xfrm>
              <a:custGeom>
                <a:avLst/>
                <a:gdLst/>
                <a:ahLst/>
                <a:cxnLst/>
                <a:rect r="r" b="b" t="t" l="l"/>
                <a:pathLst>
                  <a:path h="721687" w="1018692">
                    <a:moveTo>
                      <a:pt x="1018692" y="56045"/>
                    </a:moveTo>
                    <a:lnTo>
                      <a:pt x="1018692" y="665642"/>
                    </a:lnTo>
                    <a:cubicBezTo>
                      <a:pt x="1018692" y="680506"/>
                      <a:pt x="1012787" y="694762"/>
                      <a:pt x="1002276" y="705272"/>
                    </a:cubicBezTo>
                    <a:cubicBezTo>
                      <a:pt x="991766" y="715783"/>
                      <a:pt x="977510" y="721687"/>
                      <a:pt x="962646" y="721687"/>
                    </a:cubicBezTo>
                    <a:lnTo>
                      <a:pt x="56045" y="721687"/>
                    </a:lnTo>
                    <a:cubicBezTo>
                      <a:pt x="41181" y="721687"/>
                      <a:pt x="26926" y="715783"/>
                      <a:pt x="16415" y="705272"/>
                    </a:cubicBezTo>
                    <a:cubicBezTo>
                      <a:pt x="5905" y="694762"/>
                      <a:pt x="0" y="680506"/>
                      <a:pt x="0" y="665642"/>
                    </a:cubicBezTo>
                    <a:lnTo>
                      <a:pt x="0" y="56045"/>
                    </a:lnTo>
                    <a:cubicBezTo>
                      <a:pt x="0" y="41181"/>
                      <a:pt x="5905" y="26926"/>
                      <a:pt x="16415" y="16415"/>
                    </a:cubicBezTo>
                    <a:cubicBezTo>
                      <a:pt x="26926" y="5905"/>
                      <a:pt x="41181" y="0"/>
                      <a:pt x="56045" y="0"/>
                    </a:cubicBezTo>
                    <a:lnTo>
                      <a:pt x="962646" y="0"/>
                    </a:lnTo>
                    <a:cubicBezTo>
                      <a:pt x="977510" y="0"/>
                      <a:pt x="991766" y="5905"/>
                      <a:pt x="1002276" y="16415"/>
                    </a:cubicBezTo>
                    <a:cubicBezTo>
                      <a:pt x="1012787" y="26926"/>
                      <a:pt x="1018692" y="41181"/>
                      <a:pt x="1018692" y="56045"/>
                    </a:cubicBezTo>
                    <a:close/>
                  </a:path>
                </a:pathLst>
              </a:custGeom>
              <a:ln w="66675" cap="rnd">
                <a:solidFill>
                  <a:srgbClr val="000000">
                    <a:alpha val="7843"/>
                  </a:srgbClr>
                </a:solidFill>
                <a:prstDash val="lgDash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1018692" cy="7597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298944" y="-66675"/>
              <a:ext cx="2986705" cy="9150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  <a:spcBef>
                  <a:spcPct val="0"/>
                </a:spcBef>
              </a:pPr>
              <a:r>
                <a:rPr lang="en-US" sz="4200" i="true">
                  <a:solidFill>
                    <a:srgbClr val="000000"/>
                  </a:solidFill>
                  <a:latin typeface="JetBrains Mono Italics"/>
                  <a:ea typeface="JetBrains Mono Italics"/>
                  <a:cs typeface="JetBrains Mono Italics"/>
                  <a:sym typeface="JetBrains Mono Italics"/>
                </a:rPr>
                <a:t>Grammar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732905" y="1358592"/>
              <a:ext cx="2925410" cy="7956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b="true" sz="3599">
                  <a:solidFill>
                    <a:srgbClr val="000000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firsts()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732905" y="2255416"/>
              <a:ext cx="3290976" cy="7956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b="true" sz="3599">
                  <a:solidFill>
                    <a:srgbClr val="000000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follows()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2005838" y="3149454"/>
              <a:ext cx="2559623" cy="7956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sz="3599">
                  <a:solidFill>
                    <a:srgbClr val="00000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first()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665537" y="6701766"/>
            <a:ext cx="3457747" cy="2337620"/>
            <a:chOff x="0" y="0"/>
            <a:chExt cx="4610329" cy="3116827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190026" y="-66675"/>
              <a:ext cx="2986705" cy="9150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  <a:spcBef>
                  <a:spcPct val="0"/>
                </a:spcBef>
              </a:pPr>
              <a:r>
                <a:rPr lang="en-US" sz="4200" i="true">
                  <a:solidFill>
                    <a:srgbClr val="000000"/>
                  </a:solidFill>
                  <a:latin typeface="JetBrains Mono Italics"/>
                  <a:ea typeface="JetBrains Mono Italics"/>
                  <a:cs typeface="JetBrains Mono Italics"/>
                  <a:sym typeface="JetBrains Mono Italics"/>
                </a:rPr>
                <a:t>LRItem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608415" y="1155457"/>
              <a:ext cx="1645488" cy="7956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sz="3599">
                  <a:solidFill>
                    <a:srgbClr val="00000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lhs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431159" y="1981097"/>
              <a:ext cx="1645488" cy="7956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b="true" sz="3599">
                  <a:solidFill>
                    <a:srgbClr val="000000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dot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2253903" y="1155457"/>
              <a:ext cx="1845655" cy="7956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sz="3599">
                  <a:solidFill>
                    <a:srgbClr val="00000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rhs</a:t>
              </a:r>
            </a:p>
          </p:txBody>
        </p:sp>
        <p:grpSp>
          <p:nvGrpSpPr>
            <p:cNvPr name="Group 15" id="15"/>
            <p:cNvGrpSpPr/>
            <p:nvPr/>
          </p:nvGrpSpPr>
          <p:grpSpPr>
            <a:xfrm rot="0">
              <a:off x="0" y="950004"/>
              <a:ext cx="4610329" cy="2166823"/>
              <a:chOff x="0" y="0"/>
              <a:chExt cx="910683" cy="42803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910683" cy="428030"/>
              </a:xfrm>
              <a:custGeom>
                <a:avLst/>
                <a:gdLst/>
                <a:ahLst/>
                <a:cxnLst/>
                <a:rect r="r" b="b" t="t" l="l"/>
                <a:pathLst>
                  <a:path h="428030" w="910683">
                    <a:moveTo>
                      <a:pt x="910683" y="62692"/>
                    </a:moveTo>
                    <a:lnTo>
                      <a:pt x="910683" y="365338"/>
                    </a:lnTo>
                    <a:cubicBezTo>
                      <a:pt x="910683" y="381965"/>
                      <a:pt x="904078" y="397911"/>
                      <a:pt x="892321" y="409668"/>
                    </a:cubicBezTo>
                    <a:cubicBezTo>
                      <a:pt x="880564" y="421425"/>
                      <a:pt x="864618" y="428030"/>
                      <a:pt x="847991" y="428030"/>
                    </a:cubicBezTo>
                    <a:lnTo>
                      <a:pt x="62692" y="428030"/>
                    </a:lnTo>
                    <a:cubicBezTo>
                      <a:pt x="46065" y="428030"/>
                      <a:pt x="30119" y="421425"/>
                      <a:pt x="18362" y="409668"/>
                    </a:cubicBezTo>
                    <a:cubicBezTo>
                      <a:pt x="6605" y="397911"/>
                      <a:pt x="0" y="381965"/>
                      <a:pt x="0" y="365338"/>
                    </a:cubicBezTo>
                    <a:lnTo>
                      <a:pt x="0" y="62692"/>
                    </a:lnTo>
                    <a:cubicBezTo>
                      <a:pt x="0" y="46065"/>
                      <a:pt x="6605" y="30119"/>
                      <a:pt x="18362" y="18362"/>
                    </a:cubicBezTo>
                    <a:cubicBezTo>
                      <a:pt x="30119" y="6605"/>
                      <a:pt x="46065" y="0"/>
                      <a:pt x="62692" y="0"/>
                    </a:cubicBezTo>
                    <a:lnTo>
                      <a:pt x="847991" y="0"/>
                    </a:lnTo>
                    <a:cubicBezTo>
                      <a:pt x="882615" y="0"/>
                      <a:pt x="910683" y="28068"/>
                      <a:pt x="910683" y="62692"/>
                    </a:cubicBezTo>
                    <a:close/>
                  </a:path>
                </a:pathLst>
              </a:custGeom>
              <a:ln w="66675" cap="rnd">
                <a:solidFill>
                  <a:srgbClr val="000000">
                    <a:alpha val="7843"/>
                  </a:srgbClr>
                </a:solidFill>
                <a:prstDash val="lgDash"/>
                <a:round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910683" cy="4661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AutoShape 18" id="18"/>
          <p:cNvSpPr/>
          <p:nvPr/>
        </p:nvSpPr>
        <p:spPr>
          <a:xfrm flipV="true">
            <a:off x="7245618" y="7832130"/>
            <a:ext cx="701057" cy="10379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9" id="19"/>
          <p:cNvSpPr/>
          <p:nvPr/>
        </p:nvSpPr>
        <p:spPr>
          <a:xfrm>
            <a:off x="7245618" y="8559534"/>
            <a:ext cx="694649" cy="7834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0" id="20"/>
          <p:cNvSpPr txBox="true"/>
          <p:nvPr/>
        </p:nvSpPr>
        <p:spPr>
          <a:xfrm rot="0">
            <a:off x="7818520" y="648001"/>
            <a:ext cx="2650960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Parser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100459" y="7492104"/>
            <a:ext cx="2355621" cy="613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Estados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100459" y="8361933"/>
            <a:ext cx="2048051" cy="613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GOTOs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159505" y="2729463"/>
            <a:ext cx="3519951" cy="1137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40"/>
              </a:lnSpc>
              <a:spcBef>
                <a:spcPct val="0"/>
              </a:spcBef>
            </a:pPr>
            <a:r>
              <a:rPr lang="en-US" sz="66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parse()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389824" y="4012085"/>
            <a:ext cx="5028902" cy="745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  <a:spcBef>
                <a:spcPct val="0"/>
              </a:spcBef>
            </a:pPr>
            <a:r>
              <a:rPr lang="en-US" sz="44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itera os tokens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37350" y="4732672"/>
            <a:ext cx="5364262" cy="745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  <a:spcBef>
                <a:spcPct val="0"/>
              </a:spcBef>
            </a:pPr>
            <a:r>
              <a:rPr lang="en-US" sz="44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modifica a pilha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719270" y="5640053"/>
            <a:ext cx="6370009" cy="745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  <a:spcBef>
                <a:spcPct val="0"/>
              </a:spcBef>
            </a:pPr>
            <a:r>
              <a:rPr lang="en-US" sz="44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trata sincronização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750570" y="8907129"/>
            <a:ext cx="2209602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120"/>
              </a:lnSpc>
              <a:spcBef>
                <a:spcPct val="0"/>
              </a:spcBef>
            </a:pPr>
            <a:r>
              <a:rPr lang="en-US" sz="5800">
                <a:solidFill>
                  <a:srgbClr val="000000">
                    <a:alpha val="19608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parse</a:t>
            </a:r>
          </a:p>
        </p:txBody>
      </p:sp>
      <p:sp>
        <p:nvSpPr>
          <p:cNvPr name="Freeform 28" id="28"/>
          <p:cNvSpPr/>
          <p:nvPr/>
        </p:nvSpPr>
        <p:spPr>
          <a:xfrm>
            <a:off x="15143429" y="3364797"/>
            <a:ext cx="443108" cy="752129"/>
          </a:xfrm>
          <a:custGeom>
            <a:avLst/>
            <a:gdLst/>
            <a:ahLst/>
            <a:cxnLst/>
            <a:rect r="r" b="b" t="t" l="l"/>
            <a:pathLst>
              <a:path h="752129" w="443108">
                <a:moveTo>
                  <a:pt x="0" y="0"/>
                </a:moveTo>
                <a:quadBezTo>
                  <a:pt x="677519" y="156309"/>
                  <a:pt x="319102" y="752129"/>
                </a:quadBez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29" id="29"/>
          <p:cNvSpPr/>
          <p:nvPr/>
        </p:nvSpPr>
        <p:spPr>
          <a:xfrm>
            <a:off x="9676521" y="4422913"/>
            <a:ext cx="318536" cy="638463"/>
          </a:xfrm>
          <a:custGeom>
            <a:avLst/>
            <a:gdLst/>
            <a:ahLst/>
            <a:cxnLst/>
            <a:rect r="r" b="b" t="t" l="l"/>
            <a:pathLst>
              <a:path h="638463" w="318536">
                <a:moveTo>
                  <a:pt x="318536" y="0"/>
                </a:moveTo>
                <a:quadBezTo>
                  <a:pt x="-282019" y="258184"/>
                  <a:pt x="249689" y="638463"/>
                </a:quadBez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30" id="30"/>
          <p:cNvSpPr txBox="true"/>
          <p:nvPr/>
        </p:nvSpPr>
        <p:spPr>
          <a:xfrm rot="0">
            <a:off x="10542215" y="6309310"/>
            <a:ext cx="4693709" cy="745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  <a:spcBef>
                <a:spcPct val="0"/>
              </a:spcBef>
            </a:pPr>
            <a:r>
              <a:rPr lang="en-US" sz="44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armazena erros</a:t>
            </a:r>
          </a:p>
        </p:txBody>
      </p:sp>
      <p:sp>
        <p:nvSpPr>
          <p:cNvPr name="AutoShape 31" id="31"/>
          <p:cNvSpPr/>
          <p:nvPr/>
        </p:nvSpPr>
        <p:spPr>
          <a:xfrm flipV="true">
            <a:off x="9513298" y="5597191"/>
            <a:ext cx="6781954" cy="0"/>
          </a:xfrm>
          <a:prstGeom prst="line">
            <a:avLst/>
          </a:prstGeom>
          <a:ln cap="flat" w="38100">
            <a:solidFill>
              <a:srgbClr val="000000">
                <a:alpha val="15686"/>
              </a:srgbClr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>
  <p:cSld>
    <p:bg>
      <p:bgPr>
        <a:solidFill>
          <a:srgbClr val="EEE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31617" y="2645822"/>
            <a:ext cx="3867840" cy="3376362"/>
            <a:chOff x="0" y="0"/>
            <a:chExt cx="5157120" cy="450181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848404"/>
              <a:ext cx="5157120" cy="3653411"/>
              <a:chOff x="0" y="0"/>
              <a:chExt cx="1018692" cy="72168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018692" cy="721687"/>
              </a:xfrm>
              <a:custGeom>
                <a:avLst/>
                <a:gdLst/>
                <a:ahLst/>
                <a:cxnLst/>
                <a:rect r="r" b="b" t="t" l="l"/>
                <a:pathLst>
                  <a:path h="721687" w="1018692">
                    <a:moveTo>
                      <a:pt x="1018692" y="56045"/>
                    </a:moveTo>
                    <a:lnTo>
                      <a:pt x="1018692" y="665642"/>
                    </a:lnTo>
                    <a:cubicBezTo>
                      <a:pt x="1018692" y="680506"/>
                      <a:pt x="1012787" y="694762"/>
                      <a:pt x="1002276" y="705272"/>
                    </a:cubicBezTo>
                    <a:cubicBezTo>
                      <a:pt x="991766" y="715783"/>
                      <a:pt x="977510" y="721687"/>
                      <a:pt x="962646" y="721687"/>
                    </a:cubicBezTo>
                    <a:lnTo>
                      <a:pt x="56045" y="721687"/>
                    </a:lnTo>
                    <a:cubicBezTo>
                      <a:pt x="41181" y="721687"/>
                      <a:pt x="26926" y="715783"/>
                      <a:pt x="16415" y="705272"/>
                    </a:cubicBezTo>
                    <a:cubicBezTo>
                      <a:pt x="5905" y="694762"/>
                      <a:pt x="0" y="680506"/>
                      <a:pt x="0" y="665642"/>
                    </a:cubicBezTo>
                    <a:lnTo>
                      <a:pt x="0" y="56045"/>
                    </a:lnTo>
                    <a:cubicBezTo>
                      <a:pt x="0" y="41181"/>
                      <a:pt x="5905" y="26926"/>
                      <a:pt x="16415" y="16415"/>
                    </a:cubicBezTo>
                    <a:cubicBezTo>
                      <a:pt x="26926" y="5905"/>
                      <a:pt x="41181" y="0"/>
                      <a:pt x="56045" y="0"/>
                    </a:cubicBezTo>
                    <a:lnTo>
                      <a:pt x="962646" y="0"/>
                    </a:lnTo>
                    <a:cubicBezTo>
                      <a:pt x="977510" y="0"/>
                      <a:pt x="991766" y="5905"/>
                      <a:pt x="1002276" y="16415"/>
                    </a:cubicBezTo>
                    <a:cubicBezTo>
                      <a:pt x="1012787" y="26926"/>
                      <a:pt x="1018692" y="41181"/>
                      <a:pt x="1018692" y="56045"/>
                    </a:cubicBezTo>
                    <a:close/>
                  </a:path>
                </a:pathLst>
              </a:custGeom>
              <a:ln w="66675" cap="rnd">
                <a:solidFill>
                  <a:srgbClr val="000000">
                    <a:alpha val="7843"/>
                  </a:srgbClr>
                </a:solidFill>
                <a:prstDash val="lgDash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1018692" cy="7597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298944" y="-66675"/>
              <a:ext cx="2986705" cy="9150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  <a:spcBef>
                  <a:spcPct val="0"/>
                </a:spcBef>
              </a:pPr>
              <a:r>
                <a:rPr lang="en-US" sz="4200" i="true">
                  <a:solidFill>
                    <a:srgbClr val="000000"/>
                  </a:solidFill>
                  <a:latin typeface="JetBrains Mono Italics"/>
                  <a:ea typeface="JetBrains Mono Italics"/>
                  <a:cs typeface="JetBrains Mono Italics"/>
                  <a:sym typeface="JetBrains Mono Italics"/>
                </a:rPr>
                <a:t>Grammar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732905" y="1358592"/>
              <a:ext cx="2925410" cy="7956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b="true" sz="3599">
                  <a:solidFill>
                    <a:srgbClr val="000000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firsts()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732905" y="2255416"/>
              <a:ext cx="3290976" cy="7956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b="true" sz="3599">
                  <a:solidFill>
                    <a:srgbClr val="000000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follows()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2005838" y="3149454"/>
              <a:ext cx="2559623" cy="7956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sz="3599">
                  <a:solidFill>
                    <a:srgbClr val="00000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first()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665537" y="6701766"/>
            <a:ext cx="3457747" cy="2337620"/>
            <a:chOff x="0" y="0"/>
            <a:chExt cx="4610329" cy="3116827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190026" y="-66675"/>
              <a:ext cx="2986705" cy="9150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  <a:spcBef>
                  <a:spcPct val="0"/>
                </a:spcBef>
              </a:pPr>
              <a:r>
                <a:rPr lang="en-US" sz="4200" i="true">
                  <a:solidFill>
                    <a:srgbClr val="000000"/>
                  </a:solidFill>
                  <a:latin typeface="JetBrains Mono Italics"/>
                  <a:ea typeface="JetBrains Mono Italics"/>
                  <a:cs typeface="JetBrains Mono Italics"/>
                  <a:sym typeface="JetBrains Mono Italics"/>
                </a:rPr>
                <a:t>LRItem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608415" y="1155457"/>
              <a:ext cx="1645488" cy="7956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sz="3599">
                  <a:solidFill>
                    <a:srgbClr val="00000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lhs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431159" y="1981097"/>
              <a:ext cx="1645488" cy="7956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b="true" sz="3599">
                  <a:solidFill>
                    <a:srgbClr val="000000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dot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2253903" y="1155457"/>
              <a:ext cx="1845655" cy="7956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sz="3599">
                  <a:solidFill>
                    <a:srgbClr val="00000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rhs</a:t>
              </a:r>
            </a:p>
          </p:txBody>
        </p:sp>
        <p:grpSp>
          <p:nvGrpSpPr>
            <p:cNvPr name="Group 15" id="15"/>
            <p:cNvGrpSpPr/>
            <p:nvPr/>
          </p:nvGrpSpPr>
          <p:grpSpPr>
            <a:xfrm rot="0">
              <a:off x="0" y="950004"/>
              <a:ext cx="4610329" cy="2166823"/>
              <a:chOff x="0" y="0"/>
              <a:chExt cx="910683" cy="42803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910683" cy="428030"/>
              </a:xfrm>
              <a:custGeom>
                <a:avLst/>
                <a:gdLst/>
                <a:ahLst/>
                <a:cxnLst/>
                <a:rect r="r" b="b" t="t" l="l"/>
                <a:pathLst>
                  <a:path h="428030" w="910683">
                    <a:moveTo>
                      <a:pt x="910683" y="62692"/>
                    </a:moveTo>
                    <a:lnTo>
                      <a:pt x="910683" y="365338"/>
                    </a:lnTo>
                    <a:cubicBezTo>
                      <a:pt x="910683" y="381965"/>
                      <a:pt x="904078" y="397911"/>
                      <a:pt x="892321" y="409668"/>
                    </a:cubicBezTo>
                    <a:cubicBezTo>
                      <a:pt x="880564" y="421425"/>
                      <a:pt x="864618" y="428030"/>
                      <a:pt x="847991" y="428030"/>
                    </a:cubicBezTo>
                    <a:lnTo>
                      <a:pt x="62692" y="428030"/>
                    </a:lnTo>
                    <a:cubicBezTo>
                      <a:pt x="46065" y="428030"/>
                      <a:pt x="30119" y="421425"/>
                      <a:pt x="18362" y="409668"/>
                    </a:cubicBezTo>
                    <a:cubicBezTo>
                      <a:pt x="6605" y="397911"/>
                      <a:pt x="0" y="381965"/>
                      <a:pt x="0" y="365338"/>
                    </a:cubicBezTo>
                    <a:lnTo>
                      <a:pt x="0" y="62692"/>
                    </a:lnTo>
                    <a:cubicBezTo>
                      <a:pt x="0" y="46065"/>
                      <a:pt x="6605" y="30119"/>
                      <a:pt x="18362" y="18362"/>
                    </a:cubicBezTo>
                    <a:cubicBezTo>
                      <a:pt x="30119" y="6605"/>
                      <a:pt x="46065" y="0"/>
                      <a:pt x="62692" y="0"/>
                    </a:cubicBezTo>
                    <a:lnTo>
                      <a:pt x="847991" y="0"/>
                    </a:lnTo>
                    <a:cubicBezTo>
                      <a:pt x="882615" y="0"/>
                      <a:pt x="910683" y="28068"/>
                      <a:pt x="910683" y="62692"/>
                    </a:cubicBezTo>
                    <a:close/>
                  </a:path>
                </a:pathLst>
              </a:custGeom>
              <a:ln w="66675" cap="rnd">
                <a:solidFill>
                  <a:srgbClr val="000000">
                    <a:alpha val="7843"/>
                  </a:srgbClr>
                </a:solidFill>
                <a:prstDash val="lgDash"/>
                <a:round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910683" cy="4661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AutoShape 18" id="18"/>
          <p:cNvSpPr/>
          <p:nvPr/>
        </p:nvSpPr>
        <p:spPr>
          <a:xfrm flipV="true">
            <a:off x="7245618" y="7832130"/>
            <a:ext cx="701057" cy="10379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9" id="19"/>
          <p:cNvSpPr/>
          <p:nvPr/>
        </p:nvSpPr>
        <p:spPr>
          <a:xfrm>
            <a:off x="7245618" y="8559534"/>
            <a:ext cx="694649" cy="7834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0" id="20"/>
          <p:cNvSpPr txBox="true"/>
          <p:nvPr/>
        </p:nvSpPr>
        <p:spPr>
          <a:xfrm rot="0">
            <a:off x="7818520" y="648001"/>
            <a:ext cx="2650960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Parser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100459" y="7492104"/>
            <a:ext cx="2355621" cy="613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Estados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100459" y="8361933"/>
            <a:ext cx="2048051" cy="613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GOTOs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159505" y="2729463"/>
            <a:ext cx="3519951" cy="1137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40"/>
              </a:lnSpc>
              <a:spcBef>
                <a:spcPct val="0"/>
              </a:spcBef>
            </a:pPr>
            <a:r>
              <a:rPr lang="en-US" sz="66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parse()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389824" y="4012085"/>
            <a:ext cx="5028902" cy="745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  <a:spcBef>
                <a:spcPct val="0"/>
              </a:spcBef>
            </a:pPr>
            <a:r>
              <a:rPr lang="en-US" sz="44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itera os tokens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37350" y="4732672"/>
            <a:ext cx="5364262" cy="745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  <a:spcBef>
                <a:spcPct val="0"/>
              </a:spcBef>
            </a:pPr>
            <a:r>
              <a:rPr lang="en-US" sz="44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modifica a pilha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719270" y="5640053"/>
            <a:ext cx="6370009" cy="745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  <a:spcBef>
                <a:spcPct val="0"/>
              </a:spcBef>
            </a:pPr>
            <a:r>
              <a:rPr lang="en-US" sz="44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trata sincronização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750570" y="8907129"/>
            <a:ext cx="2209602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120"/>
              </a:lnSpc>
              <a:spcBef>
                <a:spcPct val="0"/>
              </a:spcBef>
            </a:pPr>
            <a:r>
              <a:rPr lang="en-US" sz="5800">
                <a:solidFill>
                  <a:srgbClr val="000000">
                    <a:alpha val="19608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parse</a:t>
            </a:r>
          </a:p>
        </p:txBody>
      </p:sp>
      <p:sp>
        <p:nvSpPr>
          <p:cNvPr name="Freeform 28" id="28"/>
          <p:cNvSpPr/>
          <p:nvPr/>
        </p:nvSpPr>
        <p:spPr>
          <a:xfrm>
            <a:off x="15143429" y="3364797"/>
            <a:ext cx="443108" cy="752129"/>
          </a:xfrm>
          <a:custGeom>
            <a:avLst/>
            <a:gdLst/>
            <a:ahLst/>
            <a:cxnLst/>
            <a:rect r="r" b="b" t="t" l="l"/>
            <a:pathLst>
              <a:path h="752129" w="443108">
                <a:moveTo>
                  <a:pt x="0" y="0"/>
                </a:moveTo>
                <a:quadBezTo>
                  <a:pt x="677519" y="156309"/>
                  <a:pt x="319102" y="752129"/>
                </a:quadBez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29" id="29"/>
          <p:cNvSpPr/>
          <p:nvPr/>
        </p:nvSpPr>
        <p:spPr>
          <a:xfrm>
            <a:off x="9676521" y="4422913"/>
            <a:ext cx="318536" cy="638463"/>
          </a:xfrm>
          <a:custGeom>
            <a:avLst/>
            <a:gdLst/>
            <a:ahLst/>
            <a:cxnLst/>
            <a:rect r="r" b="b" t="t" l="l"/>
            <a:pathLst>
              <a:path h="638463" w="318536">
                <a:moveTo>
                  <a:pt x="318536" y="0"/>
                </a:moveTo>
                <a:quadBezTo>
                  <a:pt x="-282019" y="258184"/>
                  <a:pt x="249689" y="638463"/>
                </a:quadBez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30" id="30"/>
          <p:cNvSpPr txBox="true"/>
          <p:nvPr/>
        </p:nvSpPr>
        <p:spPr>
          <a:xfrm rot="0">
            <a:off x="10542215" y="6309310"/>
            <a:ext cx="4693709" cy="745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  <a:spcBef>
                <a:spcPct val="0"/>
              </a:spcBef>
            </a:pPr>
            <a:r>
              <a:rPr lang="en-US" sz="44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armazena erros</a:t>
            </a:r>
          </a:p>
        </p:txBody>
      </p:sp>
      <p:sp>
        <p:nvSpPr>
          <p:cNvPr name="AutoShape 31" id="31"/>
          <p:cNvSpPr/>
          <p:nvPr/>
        </p:nvSpPr>
        <p:spPr>
          <a:xfrm flipV="true">
            <a:off x="9513298" y="5597191"/>
            <a:ext cx="6781954" cy="0"/>
          </a:xfrm>
          <a:prstGeom prst="line">
            <a:avLst/>
          </a:prstGeom>
          <a:ln cap="flat" w="38100">
            <a:solidFill>
              <a:srgbClr val="000000">
                <a:alpha val="15686"/>
              </a:srgbClr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>
  <p:cSld>
    <p:bg>
      <p:bgPr>
        <a:solidFill>
          <a:srgbClr val="F2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401594" y="4463448"/>
            <a:ext cx="5484813" cy="1226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AST e YAML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>
  <p:cSld>
    <p:bg>
      <p:bgPr>
        <a:solidFill>
          <a:srgbClr val="F2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34812" y="648001"/>
            <a:ext cx="4418377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AST e YAML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191283" y="2810443"/>
            <a:ext cx="2879990" cy="702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ASTParser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634278" y="8907129"/>
            <a:ext cx="1325893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120"/>
              </a:lnSpc>
              <a:spcBef>
                <a:spcPct val="0"/>
              </a:spcBef>
            </a:pPr>
            <a:r>
              <a:rPr lang="en-US" sz="5800">
                <a:solidFill>
                  <a:srgbClr val="000000">
                    <a:alpha val="19608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ast</a:t>
            </a: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>
  <p:cSld>
    <p:bg>
      <p:bgPr>
        <a:solidFill>
          <a:srgbClr val="F2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34812" y="648001"/>
            <a:ext cx="4418377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AST e YAML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191283" y="2810443"/>
            <a:ext cx="2879990" cy="702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ASTParser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685733" y="3551521"/>
            <a:ext cx="3352367" cy="100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3"/>
              </a:lnSpc>
            </a:pPr>
            <a:r>
              <a:rPr lang="en-US" sz="3599">
                <a:solidFill>
                  <a:srgbClr val="000000">
                    <a:alpha val="54902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extende o</a:t>
            </a:r>
          </a:p>
          <a:p>
            <a:pPr algn="ctr">
              <a:lnSpc>
                <a:spcPts val="3923"/>
              </a:lnSpc>
            </a:pPr>
            <a:r>
              <a:rPr lang="en-US" sz="3599">
                <a:solidFill>
                  <a:srgbClr val="000000">
                    <a:alpha val="54902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SLRParser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634278" y="8907129"/>
            <a:ext cx="1325893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120"/>
              </a:lnSpc>
              <a:spcBef>
                <a:spcPct val="0"/>
              </a:spcBef>
            </a:pPr>
            <a:r>
              <a:rPr lang="en-US" sz="5800">
                <a:solidFill>
                  <a:srgbClr val="000000">
                    <a:alpha val="19608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ast</a:t>
            </a:r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>
  <p:cSld>
    <p:bg>
      <p:bgPr>
        <a:solidFill>
          <a:srgbClr val="F2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34812" y="648001"/>
            <a:ext cx="4418377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AST e YAML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191283" y="2810443"/>
            <a:ext cx="2879990" cy="702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ASTParser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685733" y="3551521"/>
            <a:ext cx="3352367" cy="100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3"/>
              </a:lnSpc>
            </a:pPr>
            <a:r>
              <a:rPr lang="en-US" sz="3599">
                <a:solidFill>
                  <a:srgbClr val="000000">
                    <a:alpha val="54902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extende o</a:t>
            </a:r>
          </a:p>
          <a:p>
            <a:pPr algn="ctr">
              <a:lnSpc>
                <a:spcPts val="3923"/>
              </a:lnSpc>
            </a:pPr>
            <a:r>
              <a:rPr lang="en-US" sz="3599">
                <a:solidFill>
                  <a:srgbClr val="000000">
                    <a:alpha val="54902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SLRParser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204611" y="4677308"/>
            <a:ext cx="4936464" cy="613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processa os tokens</a:t>
            </a:r>
          </a:p>
        </p:txBody>
      </p:sp>
      <p:sp>
        <p:nvSpPr>
          <p:cNvPr name="AutoShape 6" id="6"/>
          <p:cNvSpPr/>
          <p:nvPr/>
        </p:nvSpPr>
        <p:spPr>
          <a:xfrm>
            <a:off x="5698947" y="4505229"/>
            <a:ext cx="339153" cy="28461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7" id="7"/>
          <p:cNvSpPr txBox="true"/>
          <p:nvPr/>
        </p:nvSpPr>
        <p:spPr>
          <a:xfrm rot="0">
            <a:off x="16634278" y="8907129"/>
            <a:ext cx="1325893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120"/>
              </a:lnSpc>
              <a:spcBef>
                <a:spcPct val="0"/>
              </a:spcBef>
            </a:pPr>
            <a:r>
              <a:rPr lang="en-US" sz="5800">
                <a:solidFill>
                  <a:srgbClr val="000000">
                    <a:alpha val="19608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ast</a:t>
            </a:r>
          </a:p>
        </p:txBody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>
  <p:cSld>
    <p:bg>
      <p:bgPr>
        <a:solidFill>
          <a:srgbClr val="F2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34812" y="648001"/>
            <a:ext cx="4418377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AST e YAML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191283" y="2810443"/>
            <a:ext cx="2879990" cy="702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ASTParser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685733" y="3551521"/>
            <a:ext cx="3352367" cy="100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3"/>
              </a:lnSpc>
            </a:pPr>
            <a:r>
              <a:rPr lang="en-US" sz="3599">
                <a:solidFill>
                  <a:srgbClr val="000000">
                    <a:alpha val="54902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extende o</a:t>
            </a:r>
          </a:p>
          <a:p>
            <a:pPr algn="ctr">
              <a:lnSpc>
                <a:spcPts val="3923"/>
              </a:lnSpc>
            </a:pPr>
            <a:r>
              <a:rPr lang="en-US" sz="3599">
                <a:solidFill>
                  <a:srgbClr val="000000">
                    <a:alpha val="54902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SLRParser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204611" y="4677308"/>
            <a:ext cx="4936464" cy="613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processa os tokens</a:t>
            </a:r>
          </a:p>
        </p:txBody>
      </p:sp>
      <p:sp>
        <p:nvSpPr>
          <p:cNvPr name="AutoShape 6" id="6"/>
          <p:cNvSpPr/>
          <p:nvPr/>
        </p:nvSpPr>
        <p:spPr>
          <a:xfrm>
            <a:off x="5698947" y="4505229"/>
            <a:ext cx="339153" cy="28461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" id="7"/>
          <p:cNvSpPr/>
          <p:nvPr/>
        </p:nvSpPr>
        <p:spPr>
          <a:xfrm>
            <a:off x="5444809" y="3195270"/>
            <a:ext cx="4688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8" id="8"/>
          <p:cNvSpPr txBox="true"/>
          <p:nvPr/>
        </p:nvSpPr>
        <p:spPr>
          <a:xfrm rot="0">
            <a:off x="6137622" y="2745900"/>
            <a:ext cx="4662124" cy="613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reduções na pilha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634278" y="8907129"/>
            <a:ext cx="1325893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120"/>
              </a:lnSpc>
              <a:spcBef>
                <a:spcPct val="0"/>
              </a:spcBef>
            </a:pPr>
            <a:r>
              <a:rPr lang="en-US" sz="5800">
                <a:solidFill>
                  <a:srgbClr val="000000">
                    <a:alpha val="19608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ast</a:t>
            </a:r>
          </a:p>
        </p:txBody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>
  <p:cSld>
    <p:bg>
      <p:bgPr>
        <a:solidFill>
          <a:srgbClr val="F2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34812" y="648001"/>
            <a:ext cx="4418377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AST e YAML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191283" y="2810443"/>
            <a:ext cx="2879990" cy="702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ASTParser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685733" y="3551521"/>
            <a:ext cx="3352367" cy="100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3"/>
              </a:lnSpc>
            </a:pPr>
            <a:r>
              <a:rPr lang="en-US" sz="3599">
                <a:solidFill>
                  <a:srgbClr val="000000">
                    <a:alpha val="54902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extende o</a:t>
            </a:r>
          </a:p>
          <a:p>
            <a:pPr algn="ctr">
              <a:lnSpc>
                <a:spcPts val="3923"/>
              </a:lnSpc>
            </a:pPr>
            <a:r>
              <a:rPr lang="en-US" sz="3599">
                <a:solidFill>
                  <a:srgbClr val="000000">
                    <a:alpha val="54902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SLRParser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782624" y="3292603"/>
            <a:ext cx="5113470" cy="613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constrói a árvore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204611" y="4677308"/>
            <a:ext cx="4936464" cy="613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processa os tokens</a:t>
            </a:r>
          </a:p>
        </p:txBody>
      </p:sp>
      <p:sp>
        <p:nvSpPr>
          <p:cNvPr name="AutoShape 7" id="7"/>
          <p:cNvSpPr/>
          <p:nvPr/>
        </p:nvSpPr>
        <p:spPr>
          <a:xfrm>
            <a:off x="5698947" y="4505229"/>
            <a:ext cx="339153" cy="28461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8" id="8"/>
          <p:cNvSpPr/>
          <p:nvPr/>
        </p:nvSpPr>
        <p:spPr>
          <a:xfrm>
            <a:off x="5444809" y="3195270"/>
            <a:ext cx="4688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9" id="9"/>
          <p:cNvSpPr/>
          <p:nvPr/>
        </p:nvSpPr>
        <p:spPr>
          <a:xfrm>
            <a:off x="6352084" y="3411715"/>
            <a:ext cx="430540" cy="273352"/>
          </a:xfrm>
          <a:custGeom>
            <a:avLst/>
            <a:gdLst/>
            <a:ahLst/>
            <a:cxnLst/>
            <a:rect r="r" b="b" t="t" l="l"/>
            <a:pathLst>
              <a:path h="273352" w="430540">
                <a:moveTo>
                  <a:pt x="0" y="0"/>
                </a:moveTo>
                <a:lnTo>
                  <a:pt x="0" y="136675"/>
                </a:lnTo>
                <a:cubicBezTo>
                  <a:pt x="0" y="172924"/>
                  <a:pt x="14400" y="207688"/>
                  <a:pt x="40031" y="233320"/>
                </a:cubicBezTo>
                <a:cubicBezTo>
                  <a:pt x="65663" y="258951"/>
                  <a:pt x="100427" y="273351"/>
                  <a:pt x="136676" y="273351"/>
                </a:cubicBezTo>
                <a:lnTo>
                  <a:pt x="430540" y="273351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0" id="10"/>
          <p:cNvSpPr txBox="true"/>
          <p:nvPr/>
        </p:nvSpPr>
        <p:spPr>
          <a:xfrm rot="0">
            <a:off x="6137622" y="2745900"/>
            <a:ext cx="4662124" cy="613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reduções na pilha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634278" y="8907129"/>
            <a:ext cx="1325893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120"/>
              </a:lnSpc>
              <a:spcBef>
                <a:spcPct val="0"/>
              </a:spcBef>
            </a:pPr>
            <a:r>
              <a:rPr lang="en-US" sz="5800">
                <a:solidFill>
                  <a:srgbClr val="000000">
                    <a:alpha val="19608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ast</a:t>
            </a:r>
          </a:p>
        </p:txBody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>
  <p:cSld>
    <p:bg>
      <p:bgPr>
        <a:solidFill>
          <a:srgbClr val="F2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34812" y="648001"/>
            <a:ext cx="4418377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AST e YAML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191283" y="2810443"/>
            <a:ext cx="2879990" cy="702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ASTParser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685733" y="3551521"/>
            <a:ext cx="3352367" cy="100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3"/>
              </a:lnSpc>
            </a:pPr>
            <a:r>
              <a:rPr lang="en-US" sz="3599">
                <a:solidFill>
                  <a:srgbClr val="000000">
                    <a:alpha val="54902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extende o</a:t>
            </a:r>
          </a:p>
          <a:p>
            <a:pPr algn="ctr">
              <a:lnSpc>
                <a:spcPts val="3923"/>
              </a:lnSpc>
            </a:pPr>
            <a:r>
              <a:rPr lang="en-US" sz="3599">
                <a:solidFill>
                  <a:srgbClr val="000000">
                    <a:alpha val="54902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SLRParser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137622" y="2745900"/>
            <a:ext cx="4662124" cy="613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reduções na pilha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782624" y="3292603"/>
            <a:ext cx="5113470" cy="613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constrói a árvore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204611" y="4677308"/>
            <a:ext cx="4936464" cy="613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processa os tokens</a:t>
            </a:r>
          </a:p>
        </p:txBody>
      </p:sp>
      <p:sp>
        <p:nvSpPr>
          <p:cNvPr name="AutoShape 8" id="8"/>
          <p:cNvSpPr/>
          <p:nvPr/>
        </p:nvSpPr>
        <p:spPr>
          <a:xfrm>
            <a:off x="5698947" y="4505229"/>
            <a:ext cx="339153" cy="28461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9" id="9"/>
          <p:cNvSpPr/>
          <p:nvPr/>
        </p:nvSpPr>
        <p:spPr>
          <a:xfrm>
            <a:off x="5444809" y="3195270"/>
            <a:ext cx="4688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10" id="10"/>
          <p:cNvSpPr/>
          <p:nvPr/>
        </p:nvSpPr>
        <p:spPr>
          <a:xfrm>
            <a:off x="6352084" y="3411715"/>
            <a:ext cx="430540" cy="273352"/>
          </a:xfrm>
          <a:custGeom>
            <a:avLst/>
            <a:gdLst/>
            <a:ahLst/>
            <a:cxnLst/>
            <a:rect r="r" b="b" t="t" l="l"/>
            <a:pathLst>
              <a:path h="273352" w="430540">
                <a:moveTo>
                  <a:pt x="0" y="0"/>
                </a:moveTo>
                <a:lnTo>
                  <a:pt x="0" y="136675"/>
                </a:lnTo>
                <a:cubicBezTo>
                  <a:pt x="0" y="172924"/>
                  <a:pt x="14400" y="207688"/>
                  <a:pt x="40031" y="233320"/>
                </a:cubicBezTo>
                <a:cubicBezTo>
                  <a:pt x="65663" y="258951"/>
                  <a:pt x="100427" y="273351"/>
                  <a:pt x="136676" y="273351"/>
                </a:cubicBezTo>
                <a:lnTo>
                  <a:pt x="430540" y="273351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1" id="11"/>
          <p:cNvSpPr txBox="true"/>
          <p:nvPr/>
        </p:nvSpPr>
        <p:spPr>
          <a:xfrm rot="0">
            <a:off x="5913649" y="7244022"/>
            <a:ext cx="1280087" cy="702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YAML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192424" y="8907129"/>
            <a:ext cx="1767747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120"/>
              </a:lnSpc>
              <a:spcBef>
                <a:spcPct val="0"/>
              </a:spcBef>
            </a:pPr>
            <a:r>
              <a:rPr lang="en-US" sz="5800">
                <a:solidFill>
                  <a:srgbClr val="000000">
                    <a:alpha val="19608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yaml</a:t>
            </a:r>
          </a:p>
        </p:txBody>
      </p: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>
  <p:cSld>
    <p:bg>
      <p:bgPr>
        <a:solidFill>
          <a:srgbClr val="F2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34812" y="648001"/>
            <a:ext cx="4418377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AST e YAML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191283" y="2810443"/>
            <a:ext cx="2879990" cy="702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ASTParser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685733" y="3551521"/>
            <a:ext cx="3352367" cy="100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3"/>
              </a:lnSpc>
            </a:pPr>
            <a:r>
              <a:rPr lang="en-US" sz="3599">
                <a:solidFill>
                  <a:srgbClr val="000000">
                    <a:alpha val="54902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extende o</a:t>
            </a:r>
          </a:p>
          <a:p>
            <a:pPr algn="ctr">
              <a:lnSpc>
                <a:spcPts val="3923"/>
              </a:lnSpc>
            </a:pPr>
            <a:r>
              <a:rPr lang="en-US" sz="3599">
                <a:solidFill>
                  <a:srgbClr val="000000">
                    <a:alpha val="54902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SLRParser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137622" y="2745900"/>
            <a:ext cx="4662124" cy="613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reduções na pilha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782624" y="3292603"/>
            <a:ext cx="5113470" cy="613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constrói a árvore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204611" y="4677308"/>
            <a:ext cx="4936464" cy="613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processa os tokens</a:t>
            </a:r>
          </a:p>
        </p:txBody>
      </p:sp>
      <p:sp>
        <p:nvSpPr>
          <p:cNvPr name="AutoShape 8" id="8"/>
          <p:cNvSpPr/>
          <p:nvPr/>
        </p:nvSpPr>
        <p:spPr>
          <a:xfrm>
            <a:off x="5698947" y="4505229"/>
            <a:ext cx="339153" cy="28461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9" id="9"/>
          <p:cNvSpPr/>
          <p:nvPr/>
        </p:nvSpPr>
        <p:spPr>
          <a:xfrm>
            <a:off x="5444809" y="3195270"/>
            <a:ext cx="4688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10" id="10"/>
          <p:cNvSpPr/>
          <p:nvPr/>
        </p:nvSpPr>
        <p:spPr>
          <a:xfrm>
            <a:off x="6352084" y="3411715"/>
            <a:ext cx="430540" cy="273352"/>
          </a:xfrm>
          <a:custGeom>
            <a:avLst/>
            <a:gdLst/>
            <a:ahLst/>
            <a:cxnLst/>
            <a:rect r="r" b="b" t="t" l="l"/>
            <a:pathLst>
              <a:path h="273352" w="430540">
                <a:moveTo>
                  <a:pt x="0" y="0"/>
                </a:moveTo>
                <a:lnTo>
                  <a:pt x="0" y="136675"/>
                </a:lnTo>
                <a:cubicBezTo>
                  <a:pt x="0" y="172924"/>
                  <a:pt x="14400" y="207688"/>
                  <a:pt x="40031" y="233320"/>
                </a:cubicBezTo>
                <a:cubicBezTo>
                  <a:pt x="65663" y="258951"/>
                  <a:pt x="100427" y="273351"/>
                  <a:pt x="136676" y="273351"/>
                </a:cubicBezTo>
                <a:lnTo>
                  <a:pt x="430540" y="273351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1" id="11"/>
          <p:cNvSpPr txBox="true"/>
          <p:nvPr/>
        </p:nvSpPr>
        <p:spPr>
          <a:xfrm rot="0">
            <a:off x="5913649" y="7244022"/>
            <a:ext cx="1280087" cy="702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YAML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117154" y="6608715"/>
            <a:ext cx="5210638" cy="613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caminha pela árvore</a:t>
            </a:r>
          </a:p>
        </p:txBody>
      </p:sp>
      <p:sp>
        <p:nvSpPr>
          <p:cNvPr name="AutoShape 13" id="13"/>
          <p:cNvSpPr/>
          <p:nvPr/>
        </p:nvSpPr>
        <p:spPr>
          <a:xfrm flipV="true">
            <a:off x="7399787" y="7099610"/>
            <a:ext cx="467193" cy="21108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4" id="14"/>
          <p:cNvSpPr txBox="true"/>
          <p:nvPr/>
        </p:nvSpPr>
        <p:spPr>
          <a:xfrm rot="0">
            <a:off x="16192424" y="8907129"/>
            <a:ext cx="1767747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120"/>
              </a:lnSpc>
              <a:spcBef>
                <a:spcPct val="0"/>
              </a:spcBef>
            </a:pPr>
            <a:r>
              <a:rPr lang="en-US" sz="5800">
                <a:solidFill>
                  <a:srgbClr val="000000">
                    <a:alpha val="19608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yaml</a:t>
            </a:r>
          </a:p>
        </p:txBody>
      </p: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>
  <p:cSld>
    <p:bg>
      <p:bgPr>
        <a:solidFill>
          <a:srgbClr val="F2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34812" y="648001"/>
            <a:ext cx="4418377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AST e YAML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191283" y="2810443"/>
            <a:ext cx="2879990" cy="702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ASTParser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685733" y="3551521"/>
            <a:ext cx="3352367" cy="100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3"/>
              </a:lnSpc>
            </a:pPr>
            <a:r>
              <a:rPr lang="en-US" sz="3599">
                <a:solidFill>
                  <a:srgbClr val="000000">
                    <a:alpha val="54902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extende o</a:t>
            </a:r>
          </a:p>
          <a:p>
            <a:pPr algn="ctr">
              <a:lnSpc>
                <a:spcPts val="3923"/>
              </a:lnSpc>
            </a:pPr>
            <a:r>
              <a:rPr lang="en-US" sz="3599">
                <a:solidFill>
                  <a:srgbClr val="000000">
                    <a:alpha val="54902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SLRParser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137622" y="2745900"/>
            <a:ext cx="4662124" cy="613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reduções na pilha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782624" y="3292603"/>
            <a:ext cx="5113470" cy="613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constrói a árvore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204611" y="4677308"/>
            <a:ext cx="4936464" cy="613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processa os tokens</a:t>
            </a:r>
          </a:p>
        </p:txBody>
      </p:sp>
      <p:sp>
        <p:nvSpPr>
          <p:cNvPr name="AutoShape 8" id="8"/>
          <p:cNvSpPr/>
          <p:nvPr/>
        </p:nvSpPr>
        <p:spPr>
          <a:xfrm>
            <a:off x="5698947" y="4505229"/>
            <a:ext cx="339153" cy="28461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9" id="9"/>
          <p:cNvSpPr/>
          <p:nvPr/>
        </p:nvSpPr>
        <p:spPr>
          <a:xfrm>
            <a:off x="5444809" y="3195270"/>
            <a:ext cx="4688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10" id="10"/>
          <p:cNvSpPr/>
          <p:nvPr/>
        </p:nvSpPr>
        <p:spPr>
          <a:xfrm>
            <a:off x="6352084" y="3411715"/>
            <a:ext cx="430540" cy="273352"/>
          </a:xfrm>
          <a:custGeom>
            <a:avLst/>
            <a:gdLst/>
            <a:ahLst/>
            <a:cxnLst/>
            <a:rect r="r" b="b" t="t" l="l"/>
            <a:pathLst>
              <a:path h="273352" w="430540">
                <a:moveTo>
                  <a:pt x="0" y="0"/>
                </a:moveTo>
                <a:lnTo>
                  <a:pt x="0" y="136675"/>
                </a:lnTo>
                <a:cubicBezTo>
                  <a:pt x="0" y="172924"/>
                  <a:pt x="14400" y="207688"/>
                  <a:pt x="40031" y="233320"/>
                </a:cubicBezTo>
                <a:cubicBezTo>
                  <a:pt x="65663" y="258951"/>
                  <a:pt x="100427" y="273351"/>
                  <a:pt x="136676" y="273351"/>
                </a:cubicBezTo>
                <a:lnTo>
                  <a:pt x="430540" y="273351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1" id="11"/>
          <p:cNvSpPr txBox="true"/>
          <p:nvPr/>
        </p:nvSpPr>
        <p:spPr>
          <a:xfrm rot="0">
            <a:off x="5913649" y="7244022"/>
            <a:ext cx="1280087" cy="702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YAML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117154" y="6608715"/>
            <a:ext cx="5210638" cy="613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caminha pela árvore</a:t>
            </a:r>
          </a:p>
        </p:txBody>
      </p:sp>
      <p:sp>
        <p:nvSpPr>
          <p:cNvPr name="AutoShape 13" id="13"/>
          <p:cNvSpPr/>
          <p:nvPr/>
        </p:nvSpPr>
        <p:spPr>
          <a:xfrm flipV="true">
            <a:off x="7399787" y="7099610"/>
            <a:ext cx="467193" cy="21108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4" id="14"/>
          <p:cNvSpPr txBox="true"/>
          <p:nvPr/>
        </p:nvSpPr>
        <p:spPr>
          <a:xfrm rot="0">
            <a:off x="8117154" y="7502688"/>
            <a:ext cx="6307667" cy="1051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sz="35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precisa de cuidados</a:t>
            </a:r>
          </a:p>
          <a:p>
            <a:pPr algn="l">
              <a:lnSpc>
                <a:spcPts val="4139"/>
              </a:lnSpc>
            </a:pPr>
            <a:r>
              <a:rPr lang="en-US" sz="35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especiais com condições</a:t>
            </a:r>
          </a:p>
        </p:txBody>
      </p:sp>
      <p:sp>
        <p:nvSpPr>
          <p:cNvPr name="AutoShape 15" id="15"/>
          <p:cNvSpPr/>
          <p:nvPr/>
        </p:nvSpPr>
        <p:spPr>
          <a:xfrm>
            <a:off x="7412116" y="7860968"/>
            <a:ext cx="454864" cy="8603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6" id="16"/>
          <p:cNvSpPr txBox="true"/>
          <p:nvPr/>
        </p:nvSpPr>
        <p:spPr>
          <a:xfrm rot="0">
            <a:off x="16192424" y="8907129"/>
            <a:ext cx="1767747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120"/>
              </a:lnSpc>
              <a:spcBef>
                <a:spcPct val="0"/>
              </a:spcBef>
            </a:pPr>
            <a:r>
              <a:rPr lang="en-US" sz="5800">
                <a:solidFill>
                  <a:srgbClr val="000000">
                    <a:alpha val="19608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yaml</a:t>
            </a:r>
          </a:p>
        </p:txBody>
      </p: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>
  <p:cSld>
    <p:bg>
      <p:bgPr>
        <a:solidFill>
          <a:srgbClr val="E7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224282" y="4463448"/>
            <a:ext cx="3839435" cy="1226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Exemplo</a:t>
            </a:r>
          </a:p>
        </p:txBody>
      </p: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>
  <p:cSld>
    <p:bg>
      <p:bgPr>
        <a:solidFill>
          <a:srgbClr val="E7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597593" y="648001"/>
            <a:ext cx="3092814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Exemplo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058418" y="2630335"/>
            <a:ext cx="10726162" cy="5971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automation         {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when car {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locked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}</a:t>
            </a:r>
          </a:p>
          <a:p>
            <a:pPr algn="just">
              <a:lnSpc>
                <a:spcPts val="4759"/>
              </a:lnSpc>
            </a:pP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do notify {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title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message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}</a:t>
            </a:r>
          </a:p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906512" y="2630335"/>
            <a:ext cx="1812727" cy="570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7ED95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“valid”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648027" y="6220207"/>
            <a:ext cx="2589609" cy="570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7ED95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“Your car”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168576" y="6934908"/>
            <a:ext cx="6732985" cy="476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5"/>
              </a:lnSpc>
              <a:spcBef>
                <a:spcPct val="0"/>
              </a:spcBef>
            </a:pPr>
            <a:r>
              <a:rPr lang="en-US" sz="3399">
                <a:solidFill>
                  <a:srgbClr val="7ED95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“You have locked your car”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906512" y="3925393"/>
            <a:ext cx="1035844" cy="476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5"/>
              </a:lnSpc>
              <a:spcBef>
                <a:spcPct val="0"/>
              </a:spcBef>
            </a:pPr>
            <a:r>
              <a:rPr lang="en-US" sz="3399">
                <a:solidFill>
                  <a:srgbClr val="FF575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424676" y="8907129"/>
            <a:ext cx="3535495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120"/>
              </a:lnSpc>
              <a:spcBef>
                <a:spcPct val="0"/>
              </a:spcBef>
            </a:pPr>
            <a:r>
              <a:rPr lang="en-US" sz="5800">
                <a:solidFill>
                  <a:srgbClr val="000000">
                    <a:alpha val="19608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car homi</a:t>
            </a:r>
          </a:p>
        </p:txBody>
      </p: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>
  <p:cSld>
    <p:bg>
      <p:bgPr>
        <a:solidFill>
          <a:srgbClr val="E7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597593" y="648001"/>
            <a:ext cx="3092814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Exemplo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058418" y="2630335"/>
            <a:ext cx="12171164" cy="5971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8C52FF">
                    <a:alpha val="49804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automation Str(       ) {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8C52FF">
                    <a:alpha val="49804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when Id(car) {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8C52FF">
                    <a:alpha val="49804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Id(locked)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8C52FF">
                    <a:alpha val="49804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}</a:t>
            </a:r>
          </a:p>
          <a:p>
            <a:pPr algn="just">
              <a:lnSpc>
                <a:spcPts val="4759"/>
              </a:lnSpc>
            </a:pP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8C52FF">
                    <a:alpha val="49804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do Id(notify) {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8C52FF">
                    <a:alpha val="49804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Id(title) Str(          )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8C52FF">
                    <a:alpha val="49804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Id(message) Str(                          )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8C52FF">
                    <a:alpha val="49804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}</a:t>
            </a:r>
          </a:p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8C52FF">
                    <a:alpha val="49804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3058418" y="2687485"/>
            <a:ext cx="11912203" cy="5914721"/>
            <a:chOff x="0" y="0"/>
            <a:chExt cx="15882938" cy="7886294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57150"/>
              <a:ext cx="8632032" cy="79434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759"/>
                </a:lnSpc>
              </a:pPr>
              <a:r>
                <a:rPr lang="en-US" sz="3399">
                  <a:solidFill>
                    <a:srgbClr val="00000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automation              {</a:t>
              </a:r>
            </a:p>
            <a:p>
              <a:pPr algn="just">
                <a:lnSpc>
                  <a:spcPts val="4759"/>
                </a:lnSpc>
              </a:pPr>
              <a:r>
                <a:rPr lang="en-US" sz="3399">
                  <a:solidFill>
                    <a:srgbClr val="00000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 when    car  {</a:t>
              </a:r>
            </a:p>
            <a:p>
              <a:pPr algn="just">
                <a:lnSpc>
                  <a:spcPts val="4759"/>
                </a:lnSpc>
              </a:pPr>
              <a:r>
                <a:rPr lang="en-US" sz="3399">
                  <a:solidFill>
                    <a:srgbClr val="00000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      locked</a:t>
              </a:r>
            </a:p>
            <a:p>
              <a:pPr algn="just">
                <a:lnSpc>
                  <a:spcPts val="4759"/>
                </a:lnSpc>
              </a:pPr>
              <a:r>
                <a:rPr lang="en-US" sz="3399">
                  <a:solidFill>
                    <a:srgbClr val="00000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 }</a:t>
              </a:r>
            </a:p>
            <a:p>
              <a:pPr algn="just">
                <a:lnSpc>
                  <a:spcPts val="4759"/>
                </a:lnSpc>
              </a:pPr>
            </a:p>
            <a:p>
              <a:pPr algn="just">
                <a:lnSpc>
                  <a:spcPts val="4759"/>
                </a:lnSpc>
              </a:pPr>
              <a:r>
                <a:rPr lang="en-US" sz="3399">
                  <a:solidFill>
                    <a:srgbClr val="00000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 do    notify  {</a:t>
              </a:r>
            </a:p>
            <a:p>
              <a:pPr algn="just">
                <a:lnSpc>
                  <a:spcPts val="4759"/>
                </a:lnSpc>
              </a:pPr>
              <a:r>
                <a:rPr lang="en-US" sz="3399">
                  <a:solidFill>
                    <a:srgbClr val="00000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      title      </a:t>
              </a:r>
            </a:p>
            <a:p>
              <a:pPr algn="just">
                <a:lnSpc>
                  <a:spcPts val="4759"/>
                </a:lnSpc>
              </a:pPr>
              <a:r>
                <a:rPr lang="en-US" sz="3399">
                  <a:solidFill>
                    <a:srgbClr val="00000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      message</a:t>
              </a:r>
            </a:p>
            <a:p>
              <a:pPr algn="just">
                <a:lnSpc>
                  <a:spcPts val="4759"/>
                </a:lnSpc>
              </a:pPr>
              <a:r>
                <a:rPr lang="en-US" sz="3399">
                  <a:solidFill>
                    <a:srgbClr val="00000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 }</a:t>
              </a:r>
            </a:p>
            <a:p>
              <a:pPr algn="just">
                <a:lnSpc>
                  <a:spcPts val="4759"/>
                </a:lnSpc>
                <a:spcBef>
                  <a:spcPct val="0"/>
                </a:spcBef>
              </a:pPr>
              <a:r>
                <a:rPr lang="en-US" sz="3399">
                  <a:solidFill>
                    <a:srgbClr val="00000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}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5179219" y="-57150"/>
              <a:ext cx="2416969" cy="7421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59"/>
                </a:lnSpc>
                <a:spcBef>
                  <a:spcPct val="0"/>
                </a:spcBef>
              </a:pPr>
              <a:r>
                <a:rPr lang="en-US" sz="3399">
                  <a:solidFill>
                    <a:srgbClr val="7ED957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“valid”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6215063" y="4743715"/>
              <a:ext cx="3452812" cy="7421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759"/>
                </a:lnSpc>
                <a:spcBef>
                  <a:spcPct val="0"/>
                </a:spcBef>
              </a:pPr>
              <a:r>
                <a:rPr lang="en-US" sz="3399">
                  <a:solidFill>
                    <a:srgbClr val="7ED957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“Your car”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6905624" y="5636162"/>
              <a:ext cx="8977313" cy="6474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05"/>
                </a:lnSpc>
                <a:spcBef>
                  <a:spcPct val="0"/>
                </a:spcBef>
              </a:pPr>
              <a:r>
                <a:rPr lang="en-US" sz="3399">
                  <a:solidFill>
                    <a:srgbClr val="7ED957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“You have locked your car”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5179219" y="1637844"/>
              <a:ext cx="1381125" cy="6474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05"/>
                </a:lnSpc>
                <a:spcBef>
                  <a:spcPct val="0"/>
                </a:spcBef>
              </a:pPr>
              <a:r>
                <a:rPr lang="en-US" sz="3399">
                  <a:solidFill>
                    <a:srgbClr val="FF5757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true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3540968" y="8907129"/>
            <a:ext cx="4419203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120"/>
              </a:lnSpc>
              <a:spcBef>
                <a:spcPct val="0"/>
              </a:spcBef>
            </a:pPr>
            <a:r>
              <a:rPr lang="en-US" sz="5800">
                <a:solidFill>
                  <a:srgbClr val="000000">
                    <a:alpha val="19608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car tokens</a:t>
            </a:r>
          </a:p>
        </p:txBody>
      </p:sp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>
  <p:cSld>
    <p:bg>
      <p:bgPr>
        <a:solidFill>
          <a:srgbClr val="E7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597593" y="648001"/>
            <a:ext cx="3092814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Exemplo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424676" y="8907129"/>
            <a:ext cx="3535495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120"/>
              </a:lnSpc>
              <a:spcBef>
                <a:spcPct val="0"/>
              </a:spcBef>
            </a:pPr>
            <a:r>
              <a:rPr lang="en-US" sz="5800">
                <a:solidFill>
                  <a:srgbClr val="000000">
                    <a:alpha val="19608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car tree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859555" y="2627640"/>
            <a:ext cx="13465970" cy="5371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AutomationFile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Automation('       ')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When(</a:t>
            </a:r>
            <a:r>
              <a:rPr lang="en-US" sz="3399" i="true">
                <a:solidFill>
                  <a:srgbClr val="000000"/>
                </a:solidFill>
                <a:latin typeface="JetBrains Mono Italics"/>
                <a:ea typeface="JetBrains Mono Italics"/>
                <a:cs typeface="JetBrains Mono Italics"/>
                <a:sym typeface="JetBrains Mono Italics"/>
              </a:rPr>
              <a:t>'</a:t>
            </a:r>
            <a:r>
              <a:rPr lang="en-US" sz="3399" i="true">
                <a:solidFill>
                  <a:srgbClr val="8C52FF"/>
                </a:solidFill>
                <a:latin typeface="JetBrains Mono Italics"/>
                <a:ea typeface="JetBrains Mono Italics"/>
                <a:cs typeface="JetBrains Mono Italics"/>
                <a:sym typeface="JetBrains Mono Italics"/>
              </a:rPr>
              <a:t>car</a:t>
            </a:r>
            <a:r>
              <a:rPr lang="en-US" sz="3399" i="true">
                <a:solidFill>
                  <a:srgbClr val="000000"/>
                </a:solidFill>
                <a:latin typeface="JetBrains Mono Italics"/>
                <a:ea typeface="JetBrains Mono Italics"/>
                <a:cs typeface="JetBrains Mono Italics"/>
                <a:sym typeface="JetBrains Mono Italics"/>
              </a:rPr>
              <a:t>'</a:t>
            </a:r>
            <a:r>
              <a:rPr lang="en-US" sz="33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Dict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.locked = Bool(    )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Do(</a:t>
            </a:r>
            <a:r>
              <a:rPr lang="en-US" sz="3399" i="true">
                <a:solidFill>
                  <a:srgbClr val="000000"/>
                </a:solidFill>
                <a:latin typeface="JetBrains Mono Italics"/>
                <a:ea typeface="JetBrains Mono Italics"/>
                <a:cs typeface="JetBrains Mono Italics"/>
                <a:sym typeface="JetBrains Mono Italics"/>
              </a:rPr>
              <a:t>'</a:t>
            </a:r>
            <a:r>
              <a:rPr lang="en-US" sz="3399" i="true">
                <a:solidFill>
                  <a:srgbClr val="8C52FF"/>
                </a:solidFill>
                <a:latin typeface="JetBrains Mono Italics"/>
                <a:ea typeface="JetBrains Mono Italics"/>
                <a:cs typeface="JetBrains Mono Italics"/>
                <a:sym typeface="JetBrains Mono Italics"/>
              </a:rPr>
              <a:t>notify</a:t>
            </a:r>
            <a:r>
              <a:rPr lang="en-US" sz="3399" i="true">
                <a:solidFill>
                  <a:srgbClr val="000000"/>
                </a:solidFill>
                <a:latin typeface="JetBrains Mono Italics"/>
                <a:ea typeface="JetBrains Mono Italics"/>
                <a:cs typeface="JetBrains Mono Italics"/>
                <a:sym typeface="JetBrains Mono Italics"/>
              </a:rPr>
              <a:t>'</a:t>
            </a:r>
            <a:r>
              <a:rPr lang="en-US" sz="33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Dict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.title = Str('          ')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.message = Str</a:t>
            </a:r>
            <a:r>
              <a:rPr lang="en-US" sz="33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('                          ')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065210" y="7428505"/>
            <a:ext cx="6732985" cy="570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7ED95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"You have locked your car"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41228" y="6831971"/>
            <a:ext cx="2589609" cy="570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7ED95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"Your car"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00189" y="5028072"/>
            <a:ext cx="1035844" cy="570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575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470303" y="3230839"/>
            <a:ext cx="1812727" cy="570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7ED95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"valid"</a:t>
            </a:r>
          </a:p>
        </p:txBody>
      </p:sp>
    </p:spTree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>
  <p:cSld>
    <p:bg>
      <p:bgPr>
        <a:solidFill>
          <a:srgbClr val="E7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597593" y="648001"/>
            <a:ext cx="3092814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Exemplo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424676" y="8907129"/>
            <a:ext cx="3535495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120"/>
              </a:lnSpc>
              <a:spcBef>
                <a:spcPct val="0"/>
              </a:spcBef>
            </a:pPr>
            <a:r>
              <a:rPr lang="en-US" sz="5800">
                <a:solidFill>
                  <a:srgbClr val="000000">
                    <a:alpha val="19608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car yaml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353222" y="2871133"/>
            <a:ext cx="9581555" cy="4771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 </a:t>
            </a:r>
            <a:r>
              <a:rPr lang="en-US" sz="33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alias: </a:t>
            </a:r>
            <a:r>
              <a:rPr lang="en-US" sz="3399">
                <a:solidFill>
                  <a:srgbClr val="7ED95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valid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trigge</a:t>
            </a:r>
            <a:r>
              <a:rPr lang="en-US" sz="33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</a:t>
            </a:r>
            <a:r>
              <a:rPr lang="en-US" sz="33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s: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- trigger: </a:t>
            </a:r>
            <a:r>
              <a:rPr lang="en-US" sz="3399">
                <a:solidFill>
                  <a:srgbClr val="8C52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car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locked: </a:t>
            </a:r>
            <a:r>
              <a:rPr lang="en-US" sz="3399">
                <a:solidFill>
                  <a:srgbClr val="FF575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true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actions: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- action: </a:t>
            </a:r>
            <a:r>
              <a:rPr lang="en-US" sz="3399">
                <a:solidFill>
                  <a:srgbClr val="8C52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notify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title: </a:t>
            </a:r>
            <a:r>
              <a:rPr lang="en-US" sz="3399">
                <a:solidFill>
                  <a:srgbClr val="7ED95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Your car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message:</a:t>
            </a:r>
            <a:r>
              <a:rPr lang="en-US" sz="33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3399">
                <a:solidFill>
                  <a:srgbClr val="7ED95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You have locked your car</a:t>
            </a:r>
          </a:p>
        </p:txBody>
      </p:sp>
    </p:spTree>
  </p:cSld>
  <p:clrMapOvr>
    <a:masterClrMapping/>
  </p:clrMapOvr>
</p:sld>
</file>

<file path=ppt/slides/slide56.xml><?xml version="1.0" encoding="utf-8"?>
<p:sld xmlns:p="http://schemas.openxmlformats.org/presentationml/2006/main" xmlns:a="http://schemas.openxmlformats.org/drawingml/2006/main">
  <p:cSld>
    <p:bg>
      <p:bgPr>
        <a:solidFill>
          <a:srgbClr val="E7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36468" y="2641606"/>
            <a:ext cx="6215063" cy="5971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automation </a:t>
            </a:r>
            <a:r>
              <a:rPr lang="en-US" sz="3399">
                <a:solidFill>
                  <a:srgbClr val="7ED95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"valid"</a:t>
            </a:r>
            <a:r>
              <a:rPr lang="en-US" sz="33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{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r>
              <a:rPr lang="en-US" sz="3399">
                <a:solidFill>
                  <a:srgbClr val="A6A6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...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if </a:t>
            </a:r>
            <a:r>
              <a:rPr lang="en-US" sz="3399">
                <a:solidFill>
                  <a:srgbClr val="8C52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expression</a:t>
            </a:r>
            <a:r>
              <a:rPr lang="en-US" sz="33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{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target </a:t>
            </a:r>
            <a:r>
              <a:rPr lang="en-US" sz="3399">
                <a:solidFill>
                  <a:srgbClr val="8C52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random.number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equal </a:t>
            </a:r>
            <a:r>
              <a:rPr lang="en-US" sz="3399">
                <a:solidFill>
                  <a:srgbClr val="FFBD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r>
              <a:rPr lang="en-US" sz="33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** </a:t>
            </a:r>
            <a:r>
              <a:rPr lang="en-US" sz="3399">
                <a:solidFill>
                  <a:srgbClr val="FFBD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32</a:t>
            </a:r>
            <a:r>
              <a:rPr lang="en-US" sz="33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+ </a:t>
            </a:r>
            <a:r>
              <a:rPr lang="en-US" sz="3399">
                <a:solidFill>
                  <a:srgbClr val="FFBD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0xCB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}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r>
              <a:rPr lang="en-US" sz="3399">
                <a:solidFill>
                  <a:srgbClr val="A6A6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...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982822" y="8907129"/>
            <a:ext cx="3977349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120"/>
              </a:lnSpc>
              <a:spcBef>
                <a:spcPct val="0"/>
              </a:spcBef>
            </a:pPr>
            <a:r>
              <a:rPr lang="en-US" sz="5800">
                <a:solidFill>
                  <a:srgbClr val="000000">
                    <a:alpha val="19608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math homi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597593" y="648001"/>
            <a:ext cx="3092814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Exemplo</a:t>
            </a:r>
          </a:p>
        </p:txBody>
      </p:sp>
    </p:spTree>
  </p:cSld>
  <p:clrMapOvr>
    <a:masterClrMapping/>
  </p:clrMapOvr>
</p:sld>
</file>

<file path=ppt/slides/slide57.xml><?xml version="1.0" encoding="utf-8"?>
<p:sld xmlns:p="http://schemas.openxmlformats.org/presentationml/2006/main" xmlns:a="http://schemas.openxmlformats.org/drawingml/2006/main">
  <p:cSld>
    <p:bg>
      <p:bgPr>
        <a:solidFill>
          <a:srgbClr val="E7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906988" y="3329206"/>
            <a:ext cx="6474024" cy="3571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 alias: </a:t>
            </a:r>
            <a:r>
              <a:rPr lang="en-US" sz="3399">
                <a:solidFill>
                  <a:srgbClr val="7ED95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valid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c</a:t>
            </a:r>
            <a:r>
              <a:rPr lang="en-US" sz="33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onditions: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- condition: </a:t>
            </a:r>
            <a:r>
              <a:rPr lang="en-US" sz="3399">
                <a:solidFill>
                  <a:srgbClr val="8C52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expression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target: </a:t>
            </a:r>
            <a:r>
              <a:rPr lang="en-US" sz="3399">
                <a:solidFill>
                  <a:srgbClr val="8C52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random.number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equal: </a:t>
            </a:r>
            <a:r>
              <a:rPr lang="en-US" sz="3399">
                <a:solidFill>
                  <a:srgbClr val="FFBD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4294967499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3982822" y="8907129"/>
            <a:ext cx="3977349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120"/>
              </a:lnSpc>
              <a:spcBef>
                <a:spcPct val="0"/>
              </a:spcBef>
            </a:pPr>
            <a:r>
              <a:rPr lang="en-US" sz="5800">
                <a:solidFill>
                  <a:srgbClr val="000000">
                    <a:alpha val="19608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math yaml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597593" y="648001"/>
            <a:ext cx="3092814" cy="100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Exemplo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DAHMBFT7k_Q</dc:identifier>
  <dcterms:modified xsi:type="dcterms:W3CDTF">2011-08-01T06:04:30Z</dcterms:modified>
  <cp:revision>1</cp:revision>
  <dc:title>Gramática</dc:title>
</cp:coreProperties>
</file>